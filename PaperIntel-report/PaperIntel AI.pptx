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650730"/>
            <a:ext cx="18278475" cy="819899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56038" y="852695"/>
            <a:ext cx="1475833" cy="142115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0" y="76523"/>
            <a:ext cx="18267680" cy="1126490"/>
          </a:xfrm>
          <a:custGeom>
            <a:avLst/>
            <a:gdLst/>
            <a:ahLst/>
            <a:cxnLst/>
            <a:rect l="l" t="t" r="r" b="b"/>
            <a:pathLst>
              <a:path w="18267680" h="1126490">
                <a:moveTo>
                  <a:pt x="18267539" y="1125994"/>
                </a:moveTo>
                <a:lnTo>
                  <a:pt x="0" y="1125994"/>
                </a:lnTo>
                <a:lnTo>
                  <a:pt x="0" y="0"/>
                </a:lnTo>
                <a:lnTo>
                  <a:pt x="18267539" y="0"/>
                </a:lnTo>
                <a:lnTo>
                  <a:pt x="18267539" y="1125994"/>
                </a:lnTo>
                <a:close/>
              </a:path>
            </a:pathLst>
          </a:custGeom>
          <a:solidFill>
            <a:srgbClr val="00110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596311" y="318296"/>
            <a:ext cx="2555240" cy="743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Relationship Id="rId6" Type="http://schemas.openxmlformats.org/officeDocument/2006/relationships/image" Target="../media/image8.png"/><Relationship Id="rId7" Type="http://schemas.openxmlformats.org/officeDocument/2006/relationships/image" Target="../media/image9.jp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jpg"/><Relationship Id="rId17" Type="http://schemas.openxmlformats.org/officeDocument/2006/relationships/image" Target="../media/image19.jpg"/><Relationship Id="rId18" Type="http://schemas.openxmlformats.org/officeDocument/2006/relationships/image" Target="../media/image20.jpg"/><Relationship Id="rId19" Type="http://schemas.openxmlformats.org/officeDocument/2006/relationships/image" Target="../media/image21.jpg"/><Relationship Id="rId20" Type="http://schemas.openxmlformats.org/officeDocument/2006/relationships/image" Target="../media/image22.jpg"/><Relationship Id="rId21" Type="http://schemas.openxmlformats.org/officeDocument/2006/relationships/image" Target="../media/image23.jpg"/><Relationship Id="rId22" Type="http://schemas.openxmlformats.org/officeDocument/2006/relationships/image" Target="../media/image24.jpg"/><Relationship Id="rId23" Type="http://schemas.openxmlformats.org/officeDocument/2006/relationships/image" Target="../media/image25.jpg"/><Relationship Id="rId24" Type="http://schemas.openxmlformats.org/officeDocument/2006/relationships/image" Target="../media/image26.jpg"/><Relationship Id="rId25" Type="http://schemas.openxmlformats.org/officeDocument/2006/relationships/image" Target="../media/image27.jpg"/><Relationship Id="rId26" Type="http://schemas.openxmlformats.org/officeDocument/2006/relationships/image" Target="../media/image28.png"/><Relationship Id="rId27" Type="http://schemas.openxmlformats.org/officeDocument/2006/relationships/image" Target="../media/image29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image" Target="../media/image37.png"/><Relationship Id="rId10" Type="http://schemas.openxmlformats.org/officeDocument/2006/relationships/image" Target="../media/image38.jpg"/><Relationship Id="rId11" Type="http://schemas.openxmlformats.org/officeDocument/2006/relationships/image" Target="../media/image39.jpg"/><Relationship Id="rId12" Type="http://schemas.openxmlformats.org/officeDocument/2006/relationships/image" Target="../media/image40.jpg"/><Relationship Id="rId13" Type="http://schemas.openxmlformats.org/officeDocument/2006/relationships/image" Target="../media/image41.jpg"/><Relationship Id="rId14" Type="http://schemas.openxmlformats.org/officeDocument/2006/relationships/image" Target="../media/image42.jpg"/><Relationship Id="rId15" Type="http://schemas.openxmlformats.org/officeDocument/2006/relationships/image" Target="../media/image43.jpg"/><Relationship Id="rId16" Type="http://schemas.openxmlformats.org/officeDocument/2006/relationships/image" Target="../media/image44.jpg"/><Relationship Id="rId17" Type="http://schemas.openxmlformats.org/officeDocument/2006/relationships/image" Target="../media/image45.jpg"/><Relationship Id="rId18" Type="http://schemas.openxmlformats.org/officeDocument/2006/relationships/image" Target="../media/image46.jpg"/><Relationship Id="rId19" Type="http://schemas.openxmlformats.org/officeDocument/2006/relationships/image" Target="../media/image47.png"/><Relationship Id="rId20" Type="http://schemas.openxmlformats.org/officeDocument/2006/relationships/image" Target="../media/image48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9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jpg"/><Relationship Id="rId3" Type="http://schemas.openxmlformats.org/officeDocument/2006/relationships/image" Target="../media/image51.jpg"/><Relationship Id="rId4" Type="http://schemas.openxmlformats.org/officeDocument/2006/relationships/image" Target="../media/image52.jpg"/><Relationship Id="rId5" Type="http://schemas.openxmlformats.org/officeDocument/2006/relationships/image" Target="../media/image53.png"/><Relationship Id="rId6" Type="http://schemas.openxmlformats.org/officeDocument/2006/relationships/image" Target="../media/image54.jpg"/><Relationship Id="rId7" Type="http://schemas.openxmlformats.org/officeDocument/2006/relationships/image" Target="../media/image55.jpg"/><Relationship Id="rId8" Type="http://schemas.openxmlformats.org/officeDocument/2006/relationships/image" Target="../media/image56.jpg"/><Relationship Id="rId9" Type="http://schemas.openxmlformats.org/officeDocument/2006/relationships/image" Target="../media/image57.jpg"/><Relationship Id="rId10" Type="http://schemas.openxmlformats.org/officeDocument/2006/relationships/image" Target="../media/image58.jpg"/><Relationship Id="rId11" Type="http://schemas.openxmlformats.org/officeDocument/2006/relationships/image" Target="../media/image59.png"/><Relationship Id="rId12" Type="http://schemas.openxmlformats.org/officeDocument/2006/relationships/image" Target="../media/image60.jpg"/><Relationship Id="rId13" Type="http://schemas.openxmlformats.org/officeDocument/2006/relationships/image" Target="../media/image61.png"/><Relationship Id="rId14" Type="http://schemas.openxmlformats.org/officeDocument/2006/relationships/image" Target="../media/image62.jpg"/><Relationship Id="rId15" Type="http://schemas.openxmlformats.org/officeDocument/2006/relationships/image" Target="../media/image63.jpg"/><Relationship Id="rId16" Type="http://schemas.openxmlformats.org/officeDocument/2006/relationships/image" Target="../media/image64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Relationship Id="rId4" Type="http://schemas.openxmlformats.org/officeDocument/2006/relationships/image" Target="../media/image67.jpg"/><Relationship Id="rId5" Type="http://schemas.openxmlformats.org/officeDocument/2006/relationships/image" Target="../media/image68.png"/><Relationship Id="rId6" Type="http://schemas.openxmlformats.org/officeDocument/2006/relationships/image" Target="../media/image69.jpg"/><Relationship Id="rId7" Type="http://schemas.openxmlformats.org/officeDocument/2006/relationships/image" Target="../media/image70.png"/><Relationship Id="rId8" Type="http://schemas.openxmlformats.org/officeDocument/2006/relationships/image" Target="../media/image71.png"/><Relationship Id="rId9" Type="http://schemas.openxmlformats.org/officeDocument/2006/relationships/image" Target="../media/image72.jpg"/><Relationship Id="rId10" Type="http://schemas.openxmlformats.org/officeDocument/2006/relationships/image" Target="../media/image73.jpg"/><Relationship Id="rId11" Type="http://schemas.openxmlformats.org/officeDocument/2006/relationships/image" Target="../media/image74.png"/><Relationship Id="rId12" Type="http://schemas.openxmlformats.org/officeDocument/2006/relationships/image" Target="../media/image75.jpg"/><Relationship Id="rId13" Type="http://schemas.openxmlformats.org/officeDocument/2006/relationships/image" Target="../media/image76.jpg"/><Relationship Id="rId14" Type="http://schemas.openxmlformats.org/officeDocument/2006/relationships/image" Target="../media/image77.jpg"/><Relationship Id="rId15" Type="http://schemas.openxmlformats.org/officeDocument/2006/relationships/image" Target="../media/image78.png"/><Relationship Id="rId16" Type="http://schemas.openxmlformats.org/officeDocument/2006/relationships/image" Target="../media/image79.jpg"/><Relationship Id="rId17" Type="http://schemas.openxmlformats.org/officeDocument/2006/relationships/image" Target="../media/image80.jpg"/><Relationship Id="rId18" Type="http://schemas.openxmlformats.org/officeDocument/2006/relationships/image" Target="../media/image81.jpg"/><Relationship Id="rId19" Type="http://schemas.openxmlformats.org/officeDocument/2006/relationships/image" Target="../media/image82.png"/><Relationship Id="rId20" Type="http://schemas.openxmlformats.org/officeDocument/2006/relationships/image" Target="../media/image83.jpg"/><Relationship Id="rId21" Type="http://schemas.openxmlformats.org/officeDocument/2006/relationships/image" Target="../media/image84.jpg"/><Relationship Id="rId22" Type="http://schemas.openxmlformats.org/officeDocument/2006/relationships/image" Target="../media/image85.jpg"/><Relationship Id="rId23" Type="http://schemas.openxmlformats.org/officeDocument/2006/relationships/image" Target="../media/image86.jpg"/><Relationship Id="rId24" Type="http://schemas.openxmlformats.org/officeDocument/2006/relationships/image" Target="../media/image87.png"/><Relationship Id="rId25" Type="http://schemas.openxmlformats.org/officeDocument/2006/relationships/image" Target="../media/image88.jpg"/><Relationship Id="rId26" Type="http://schemas.openxmlformats.org/officeDocument/2006/relationships/image" Target="../media/image89.jpg"/><Relationship Id="rId27" Type="http://schemas.openxmlformats.org/officeDocument/2006/relationships/image" Target="../media/image90.png"/><Relationship Id="rId28" Type="http://schemas.openxmlformats.org/officeDocument/2006/relationships/image" Target="../media/image91.png"/><Relationship Id="rId29" Type="http://schemas.openxmlformats.org/officeDocument/2006/relationships/image" Target="../media/image92.jpg"/><Relationship Id="rId30" Type="http://schemas.openxmlformats.org/officeDocument/2006/relationships/image" Target="../media/image93.jpg"/><Relationship Id="rId31" Type="http://schemas.openxmlformats.org/officeDocument/2006/relationships/image" Target="../media/image94.jpg"/><Relationship Id="rId32" Type="http://schemas.openxmlformats.org/officeDocument/2006/relationships/image" Target="../media/image95.jpg"/><Relationship Id="rId33" Type="http://schemas.openxmlformats.org/officeDocument/2006/relationships/image" Target="../media/image96.jpg"/><Relationship Id="rId34" Type="http://schemas.openxmlformats.org/officeDocument/2006/relationships/image" Target="../media/image97.jpg"/><Relationship Id="rId35" Type="http://schemas.openxmlformats.org/officeDocument/2006/relationships/image" Target="../media/image98.jpg"/><Relationship Id="rId36" Type="http://schemas.openxmlformats.org/officeDocument/2006/relationships/image" Target="../media/image99.jpg"/><Relationship Id="rId37" Type="http://schemas.openxmlformats.org/officeDocument/2006/relationships/image" Target="../media/image100.jpg"/><Relationship Id="rId38" Type="http://schemas.openxmlformats.org/officeDocument/2006/relationships/image" Target="../media/image101.jpg"/><Relationship Id="rId39" Type="http://schemas.openxmlformats.org/officeDocument/2006/relationships/image" Target="../media/image102.jpg"/><Relationship Id="rId40" Type="http://schemas.openxmlformats.org/officeDocument/2006/relationships/image" Target="../media/image103.jpg"/><Relationship Id="rId41" Type="http://schemas.openxmlformats.org/officeDocument/2006/relationships/image" Target="../media/image104.jpg"/><Relationship Id="rId42" Type="http://schemas.openxmlformats.org/officeDocument/2006/relationships/image" Target="../media/image105.png"/><Relationship Id="rId43" Type="http://schemas.openxmlformats.org/officeDocument/2006/relationships/image" Target="../media/image106.png"/><Relationship Id="rId44" Type="http://schemas.openxmlformats.org/officeDocument/2006/relationships/image" Target="../media/image107.jpg"/><Relationship Id="rId45" Type="http://schemas.openxmlformats.org/officeDocument/2006/relationships/image" Target="../media/image108.jpg"/><Relationship Id="rId46" Type="http://schemas.openxmlformats.org/officeDocument/2006/relationships/image" Target="../media/image109.jpg"/><Relationship Id="rId47" Type="http://schemas.openxmlformats.org/officeDocument/2006/relationships/image" Target="../media/image110.jpg"/><Relationship Id="rId48" Type="http://schemas.openxmlformats.org/officeDocument/2006/relationships/image" Target="../media/image111.jpg"/><Relationship Id="rId49" Type="http://schemas.openxmlformats.org/officeDocument/2006/relationships/image" Target="../media/image112.jpg"/><Relationship Id="rId50" Type="http://schemas.openxmlformats.org/officeDocument/2006/relationships/image" Target="../media/image113.jpg"/><Relationship Id="rId51" Type="http://schemas.openxmlformats.org/officeDocument/2006/relationships/image" Target="../media/image114.png"/><Relationship Id="rId52" Type="http://schemas.openxmlformats.org/officeDocument/2006/relationships/image" Target="../media/image115.png"/><Relationship Id="rId53" Type="http://schemas.openxmlformats.org/officeDocument/2006/relationships/image" Target="../media/image116.png"/><Relationship Id="rId54" Type="http://schemas.openxmlformats.org/officeDocument/2006/relationships/image" Target="../media/image117.png"/><Relationship Id="rId55" Type="http://schemas.openxmlformats.org/officeDocument/2006/relationships/image" Target="../media/image118.jpg"/><Relationship Id="rId56" Type="http://schemas.openxmlformats.org/officeDocument/2006/relationships/image" Target="../media/image119.jpg"/><Relationship Id="rId57" Type="http://schemas.openxmlformats.org/officeDocument/2006/relationships/image" Target="../media/image120.jpg"/><Relationship Id="rId58" Type="http://schemas.openxmlformats.org/officeDocument/2006/relationships/image" Target="../media/image121.jpg"/><Relationship Id="rId59" Type="http://schemas.openxmlformats.org/officeDocument/2006/relationships/image" Target="../media/image122.jpg"/><Relationship Id="rId60" Type="http://schemas.openxmlformats.org/officeDocument/2006/relationships/image" Target="../media/image123.jpg"/><Relationship Id="rId61" Type="http://schemas.openxmlformats.org/officeDocument/2006/relationships/image" Target="../media/image124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5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90" y="0"/>
            <a:ext cx="18268949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58" y="207707"/>
            <a:ext cx="18267680" cy="995044"/>
            <a:chOff x="4858" y="207707"/>
            <a:chExt cx="18267680" cy="99504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79532" y="852695"/>
              <a:ext cx="142117" cy="14211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858" y="207707"/>
              <a:ext cx="18267680" cy="995044"/>
            </a:xfrm>
            <a:custGeom>
              <a:avLst/>
              <a:gdLst/>
              <a:ahLst/>
              <a:cxnLst/>
              <a:rect l="l" t="t" r="r" b="b"/>
              <a:pathLst>
                <a:path w="18267680" h="995044">
                  <a:moveTo>
                    <a:pt x="18267539" y="994810"/>
                  </a:moveTo>
                  <a:lnTo>
                    <a:pt x="0" y="994810"/>
                  </a:lnTo>
                  <a:lnTo>
                    <a:pt x="0" y="0"/>
                  </a:lnTo>
                  <a:lnTo>
                    <a:pt x="18267539" y="0"/>
                  </a:lnTo>
                  <a:lnTo>
                    <a:pt x="18267539" y="994810"/>
                  </a:lnTo>
                  <a:close/>
                </a:path>
              </a:pathLst>
            </a:custGeom>
            <a:solidFill>
              <a:srgbClr val="000C0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1698344" y="413646"/>
            <a:ext cx="36004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25">
                <a:solidFill>
                  <a:srgbClr val="FFFFFF"/>
                </a:solidFill>
                <a:latin typeface="Arial"/>
                <a:cs typeface="Arial"/>
              </a:rPr>
              <a:t>Pa</a:t>
            </a:r>
            <a:endParaRPr sz="21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812107" y="265459"/>
            <a:ext cx="572770" cy="4267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600" spc="-114">
                <a:solidFill>
                  <a:srgbClr val="8A97AE"/>
                </a:solidFill>
                <a:latin typeface="Courier New"/>
                <a:cs typeface="Courier New"/>
              </a:rPr>
              <a:t>02/</a:t>
            </a:r>
            <a:endParaRPr sz="26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88067" y="457375"/>
            <a:ext cx="5199380" cy="572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9070">
              <a:lnSpc>
                <a:spcPts val="2150"/>
              </a:lnSpc>
              <a:spcBef>
                <a:spcPts val="100"/>
              </a:spcBef>
              <a:tabLst>
                <a:tab pos="977900" algn="l"/>
              </a:tabLst>
            </a:pPr>
            <a:r>
              <a:rPr dirty="0" sz="2150" spc="254">
                <a:solidFill>
                  <a:srgbClr val="FFFFFF"/>
                </a:solidFill>
                <a:latin typeface="Arial"/>
                <a:cs typeface="Arial"/>
              </a:rPr>
              <a:t>per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baseline="11627" sz="3225" spc="89">
                <a:solidFill>
                  <a:srgbClr val="D4D4D4"/>
                </a:solidFill>
                <a:latin typeface="Arial"/>
                <a:cs typeface="Arial"/>
              </a:rPr>
              <a:t>n</a:t>
            </a:r>
            <a:r>
              <a:rPr dirty="0" baseline="11627" sz="3225" spc="735">
                <a:solidFill>
                  <a:srgbClr val="D4D4D4"/>
                </a:solidFill>
                <a:latin typeface="Arial"/>
                <a:cs typeface="Arial"/>
              </a:rPr>
              <a:t> </a:t>
            </a:r>
            <a:r>
              <a:rPr dirty="0" baseline="11627" sz="3225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dirty="0" baseline="11627" sz="3225" spc="-44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baseline="9043" sz="3225" spc="15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baseline="9043" sz="3225">
              <a:latin typeface="Arial"/>
              <a:cs typeface="Arial"/>
            </a:endParaRPr>
          </a:p>
          <a:p>
            <a:pPr marL="38100">
              <a:lnSpc>
                <a:spcPts val="2150"/>
              </a:lnSpc>
              <a:tabLst>
                <a:tab pos="687070" algn="l"/>
                <a:tab pos="1139825" algn="l"/>
              </a:tabLst>
            </a:pPr>
            <a:r>
              <a:rPr dirty="0" sz="1550" spc="19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15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baseline="-9043" sz="3225" spc="195">
                <a:solidFill>
                  <a:srgbClr val="FFFFFF"/>
                </a:solidFill>
                <a:latin typeface="Arial"/>
                <a:cs typeface="Arial"/>
              </a:rPr>
              <a:t>.!</a:t>
            </a:r>
            <a:r>
              <a:rPr dirty="0" baseline="-9043" sz="3225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550" spc="50">
                <a:solidFill>
                  <a:srgbClr val="D4D4D4"/>
                </a:solidFill>
                <a:latin typeface="Arial"/>
                <a:cs typeface="Arial"/>
              </a:rPr>
              <a:t>h</a:t>
            </a:r>
            <a:r>
              <a:rPr dirty="0" sz="1550" spc="365">
                <a:solidFill>
                  <a:srgbClr val="D4D4D4"/>
                </a:solidFill>
                <a:latin typeface="Arial"/>
                <a:cs typeface="Arial"/>
              </a:rPr>
              <a:t> </a:t>
            </a:r>
            <a:r>
              <a:rPr dirty="0" sz="1900" spc="6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900" spc="130">
                <a:solidFill>
                  <a:srgbClr val="FFFFFF"/>
                </a:solidFill>
                <a:latin typeface="Arial"/>
                <a:cs typeface="Arial"/>
              </a:rPr>
              <a:t>  </a:t>
            </a:r>
            <a:r>
              <a:rPr dirty="0" sz="155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!</a:t>
            </a:r>
            <a:r>
              <a:rPr dirty="0" sz="2150" spc="-2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350">
                <a:solidFill>
                  <a:srgbClr val="FFFFFF"/>
                </a:solidFill>
                <a:latin typeface="Arial"/>
                <a:cs typeface="Arial"/>
              </a:rPr>
              <a:t>dli,and</a:t>
            </a:r>
            <a:r>
              <a:rPr dirty="0" sz="2150" spc="-1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305">
                <a:solidFill>
                  <a:srgbClr val="FFFFFF"/>
                </a:solidFill>
                <a:latin typeface="Arial"/>
                <a:cs typeface="Arial"/>
              </a:rPr>
              <a:t>Improvement</a:t>
            </a:r>
            <a:r>
              <a:rPr dirty="0" sz="2150" spc="2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300">
                <a:solidFill>
                  <a:srgbClr val="FFFFFF"/>
                </a:solidFill>
                <a:latin typeface="Arial"/>
                <a:cs typeface="Arial"/>
              </a:rPr>
              <a:t>Assistant</a:t>
            </a:r>
            <a:endParaRPr sz="215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858" y="1760049"/>
            <a:ext cx="18267680" cy="7620000"/>
            <a:chOff x="4858" y="1760049"/>
            <a:chExt cx="18267680" cy="76200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28905" y="3039091"/>
              <a:ext cx="6395279" cy="430720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5192" y="2776723"/>
              <a:ext cx="437284" cy="240503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4087" y="5050577"/>
              <a:ext cx="623129" cy="57939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0612" y="6854356"/>
              <a:ext cx="196777" cy="13118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3155" y="7608662"/>
              <a:ext cx="623129" cy="45914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969756" y="8876772"/>
              <a:ext cx="10932" cy="17491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330516" y="4558638"/>
              <a:ext cx="120253" cy="120251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161356" y="6285892"/>
              <a:ext cx="174913" cy="2732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270676" y="7564935"/>
              <a:ext cx="65592" cy="30609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161356" y="7881962"/>
              <a:ext cx="229574" cy="18584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7441557" y="3181207"/>
              <a:ext cx="142117" cy="13118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507153" y="4416522"/>
              <a:ext cx="21864" cy="13118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7539944" y="4799141"/>
              <a:ext cx="21864" cy="10931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517507" y="7291634"/>
              <a:ext cx="1453969" cy="76523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6085985" y="8067806"/>
              <a:ext cx="1038549" cy="56846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30865" y="3093752"/>
              <a:ext cx="371691" cy="55753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23155" y="4099494"/>
              <a:ext cx="634061" cy="57939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23155" y="6362416"/>
              <a:ext cx="634061" cy="47007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23155" y="8483221"/>
              <a:ext cx="644994" cy="64498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2172288" y="2208261"/>
              <a:ext cx="951092" cy="89642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2270676" y="3192139"/>
              <a:ext cx="787111" cy="18584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2248812" y="3585692"/>
              <a:ext cx="2875142" cy="229571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031323" y="5619041"/>
              <a:ext cx="459148" cy="48100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858" y="1760049"/>
              <a:ext cx="18267680" cy="7620000"/>
            </a:xfrm>
            <a:custGeom>
              <a:avLst/>
              <a:gdLst/>
              <a:ahLst/>
              <a:cxnLst/>
              <a:rect l="l" t="t" r="r" b="b"/>
              <a:pathLst>
                <a:path w="18267680" h="7620000">
                  <a:moveTo>
                    <a:pt x="18267539" y="7619594"/>
                  </a:moveTo>
                  <a:lnTo>
                    <a:pt x="0" y="7619594"/>
                  </a:lnTo>
                  <a:lnTo>
                    <a:pt x="0" y="0"/>
                  </a:lnTo>
                  <a:lnTo>
                    <a:pt x="18267539" y="0"/>
                  </a:lnTo>
                  <a:lnTo>
                    <a:pt x="18267539" y="7619594"/>
                  </a:lnTo>
                  <a:close/>
                </a:path>
              </a:pathLst>
            </a:custGeom>
            <a:solidFill>
              <a:srgbClr val="01110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2155818" y="1459473"/>
            <a:ext cx="3461385" cy="11188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150" spc="-860">
                <a:solidFill>
                  <a:srgbClr val="FFFFFF"/>
                </a:solidFill>
                <a:latin typeface="Arial Black"/>
                <a:cs typeface="Arial Black"/>
              </a:rPr>
              <a:t>Abstract</a:t>
            </a:r>
            <a:endParaRPr sz="7150">
              <a:latin typeface="Arial Black"/>
              <a:cs typeface="Arial Black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3107162" y="2259776"/>
            <a:ext cx="1080135" cy="652145"/>
          </a:xfrm>
          <a:prstGeom prst="rect">
            <a:avLst/>
          </a:prstGeom>
        </p:spPr>
        <p:txBody>
          <a:bodyPr wrap="square" lIns="0" tIns="4572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360"/>
              </a:spcBef>
            </a:pPr>
            <a:r>
              <a:rPr dirty="0" sz="1900" spc="-10">
                <a:solidFill>
                  <a:srgbClr val="FFFFFF"/>
                </a:solidFill>
                <a:latin typeface="Arial"/>
                <a:cs typeface="Arial"/>
              </a:rPr>
              <a:t>Structu</a:t>
            </a:r>
            <a:r>
              <a:rPr dirty="0" baseline="7309" sz="2850" spc="-15">
                <a:solidFill>
                  <a:srgbClr val="FFFFFF"/>
                </a:solidFill>
                <a:latin typeface="Arial"/>
                <a:cs typeface="Arial"/>
              </a:rPr>
              <a:t>ral</a:t>
            </a:r>
            <a:endParaRPr baseline="7309" sz="2850">
              <a:latin typeface="Arial"/>
              <a:cs typeface="Arial"/>
            </a:endParaRPr>
          </a:p>
          <a:p>
            <a:pPr marL="81915">
              <a:lnSpc>
                <a:spcPct val="100000"/>
              </a:lnSpc>
              <a:spcBef>
                <a:spcPts val="229"/>
              </a:spcBef>
            </a:pPr>
            <a:r>
              <a:rPr dirty="0" baseline="-10802" sz="2700" spc="-15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baseline="-7716" sz="2700" spc="-15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al§SIS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4531657" y="2280588"/>
            <a:ext cx="297180" cy="3175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>
                <a:solidFill>
                  <a:srgbClr val="31B654"/>
                </a:solidFill>
                <a:latin typeface="Arial"/>
                <a:cs typeface="Arial"/>
              </a:rPr>
              <a:t>.</a:t>
            </a:r>
            <a:r>
              <a:rPr dirty="0" sz="1900" spc="60">
                <a:solidFill>
                  <a:srgbClr val="31B654"/>
                </a:solidFill>
                <a:latin typeface="Arial"/>
                <a:cs typeface="Arial"/>
              </a:rPr>
              <a:t> </a:t>
            </a:r>
            <a:r>
              <a:rPr dirty="0" sz="1900" spc="-25">
                <a:solidFill>
                  <a:srgbClr val="116426"/>
                </a:solidFill>
                <a:latin typeface="Arial"/>
                <a:cs typeface="Arial"/>
              </a:rPr>
              <a:t>..</a:t>
            </a:r>
            <a:endParaRPr sz="1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5297937" y="2280588"/>
            <a:ext cx="97790" cy="3175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50">
                <a:solidFill>
                  <a:srgbClr val="003B0C"/>
                </a:solidFill>
                <a:latin typeface="Arial"/>
                <a:cs typeface="Arial"/>
              </a:rPr>
              <a:t>/</a:t>
            </a:r>
            <a:endParaRPr sz="19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5870301" y="2280588"/>
            <a:ext cx="1269365" cy="3175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83590" algn="l"/>
              </a:tabLst>
            </a:pPr>
            <a:r>
              <a:rPr dirty="0" sz="1900" spc="-885">
                <a:solidFill>
                  <a:srgbClr val="004D11"/>
                </a:solidFill>
                <a:latin typeface="Arial"/>
                <a:cs typeface="Arial"/>
              </a:rPr>
              <a:t>—</a:t>
            </a:r>
            <a:r>
              <a:rPr dirty="0" sz="1900" spc="130">
                <a:solidFill>
                  <a:srgbClr val="00460F"/>
                </a:solidFill>
                <a:latin typeface="Arial"/>
                <a:cs typeface="Arial"/>
              </a:rPr>
              <a:t>—</a:t>
            </a:r>
            <a:r>
              <a:rPr dirty="0" sz="1900">
                <a:solidFill>
                  <a:srgbClr val="00460F"/>
                </a:solidFill>
                <a:latin typeface="Arial"/>
                <a:cs typeface="Arial"/>
              </a:rPr>
              <a:t>	</a:t>
            </a:r>
            <a:r>
              <a:rPr dirty="0" sz="1900" spc="-250">
                <a:solidFill>
                  <a:srgbClr val="004F11"/>
                </a:solidFill>
                <a:latin typeface="Arial"/>
                <a:cs typeface="Arial"/>
              </a:rPr>
              <a:t>—</a:t>
            </a:r>
            <a:r>
              <a:rPr dirty="0" sz="1900" spc="130">
                <a:solidFill>
                  <a:srgbClr val="004611"/>
                </a:solidFill>
                <a:latin typeface="Arial"/>
                <a:cs typeface="Arial"/>
              </a:rPr>
              <a:t>—</a:t>
            </a:r>
            <a:endParaRPr sz="19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6270402" y="2566034"/>
            <a:ext cx="1102995" cy="5721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8700"/>
              </a:lnSpc>
              <a:spcBef>
                <a:spcPts val="95"/>
              </a:spcBef>
            </a:pPr>
            <a:r>
              <a:rPr dirty="0" sz="1650" spc="-30">
                <a:solidFill>
                  <a:srgbClr val="FFFFFF"/>
                </a:solidFill>
                <a:latin typeface="Arial"/>
                <a:cs typeface="Arial"/>
              </a:rPr>
              <a:t>Compliance 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Checking</a:t>
            </a:r>
            <a:endParaRPr sz="16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55484" y="2982663"/>
            <a:ext cx="7552055" cy="681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 marR="5080" indent="-4445">
              <a:lnSpc>
                <a:spcPct val="100000"/>
              </a:lnSpc>
              <a:spcBef>
                <a:spcPts val="100"/>
              </a:spcBef>
            </a:pPr>
            <a:r>
              <a:rPr dirty="0" sz="2150" spc="-145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dirty="0" sz="215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80">
                <a:solidFill>
                  <a:srgbClr val="FFFFFF"/>
                </a:solidFill>
                <a:latin typeface="Arial"/>
                <a:cs typeface="Arial"/>
              </a:rPr>
              <a:t>papers</a:t>
            </a:r>
            <a:r>
              <a:rPr dirty="0" sz="21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65">
                <a:solidFill>
                  <a:srgbClr val="FFFFFF"/>
                </a:solidFill>
                <a:latin typeface="Arial"/>
                <a:cs typeface="Arial"/>
              </a:rPr>
              <a:t>require</a:t>
            </a:r>
            <a:r>
              <a:rPr dirty="0" sz="215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65">
                <a:solidFill>
                  <a:srgbClr val="FFFFFF"/>
                </a:solidFill>
                <a:latin typeface="Arial"/>
                <a:cs typeface="Arial"/>
              </a:rPr>
              <a:t>checking</a:t>
            </a:r>
            <a:r>
              <a:rPr dirty="0" sz="215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215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F7E3B"/>
                </a:solidFill>
                <a:latin typeface="Arial"/>
                <a:cs typeface="Arial"/>
              </a:rPr>
              <a:t>structural</a:t>
            </a:r>
            <a:r>
              <a:rPr dirty="0" sz="2150" spc="-50">
                <a:solidFill>
                  <a:srgbClr val="2F7E3B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31723D"/>
                </a:solidFill>
                <a:latin typeface="Arial"/>
                <a:cs typeface="Arial"/>
              </a:rPr>
              <a:t>completeness, </a:t>
            </a:r>
            <a:r>
              <a:rPr dirty="0" sz="2150">
                <a:solidFill>
                  <a:srgbClr val="0C310F"/>
                </a:solidFill>
                <a:latin typeface="Arial"/>
                <a:cs typeface="Arial"/>
              </a:rPr>
              <a:t>logical</a:t>
            </a:r>
            <a:r>
              <a:rPr dirty="0" sz="2150" spc="-110">
                <a:solidFill>
                  <a:srgbClr val="0C310F"/>
                </a:solidFill>
                <a:latin typeface="Arial"/>
                <a:cs typeface="Arial"/>
              </a:rPr>
              <a:t> </a:t>
            </a:r>
            <a:r>
              <a:rPr dirty="0" sz="2150" spc="-25">
                <a:solidFill>
                  <a:srgbClr val="7EEF85"/>
                </a:solidFill>
                <a:latin typeface="Arial"/>
                <a:cs typeface="Arial"/>
              </a:rPr>
              <a:t>consistency</a:t>
            </a:r>
            <a:r>
              <a:rPr dirty="0" sz="2150" spc="15">
                <a:solidFill>
                  <a:srgbClr val="7EEF85"/>
                </a:solidFill>
                <a:latin typeface="Arial"/>
                <a:cs typeface="Arial"/>
              </a:rPr>
              <a:t> </a:t>
            </a:r>
            <a:r>
              <a:rPr dirty="0" sz="2150" spc="-65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15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30">
                <a:solidFill>
                  <a:srgbClr val="3D9C4F"/>
                </a:solidFill>
                <a:latin typeface="Arial"/>
                <a:cs typeface="Arial"/>
              </a:rPr>
              <a:t>guideline</a:t>
            </a:r>
            <a:r>
              <a:rPr dirty="0" sz="2150" spc="-20">
                <a:solidFill>
                  <a:srgbClr val="3D9C4F"/>
                </a:solidFill>
                <a:latin typeface="Arial"/>
                <a:cs typeface="Arial"/>
              </a:rPr>
              <a:t> </a:t>
            </a:r>
            <a:r>
              <a:rPr dirty="0" sz="2150" spc="-40">
                <a:solidFill>
                  <a:srgbClr val="9CFFA1"/>
                </a:solidFill>
                <a:latin typeface="Arial"/>
                <a:cs typeface="Arial"/>
              </a:rPr>
              <a:t>compliance</a:t>
            </a:r>
            <a:r>
              <a:rPr dirty="0" sz="2150" spc="-10">
                <a:solidFill>
                  <a:srgbClr val="9CFFA1"/>
                </a:solidFill>
                <a:latin typeface="Arial"/>
                <a:cs typeface="Arial"/>
              </a:rPr>
              <a:t> </a:t>
            </a:r>
            <a:r>
              <a:rPr dirty="0" sz="2150" spc="-25">
                <a:solidFill>
                  <a:srgbClr val="FFFFFF"/>
                </a:solidFill>
                <a:latin typeface="Arial"/>
                <a:cs typeface="Arial"/>
              </a:rPr>
              <a:t>before</a:t>
            </a:r>
            <a:r>
              <a:rPr dirty="0" sz="215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80">
                <a:solidFill>
                  <a:srgbClr val="FFFFFF"/>
                </a:solidFill>
                <a:latin typeface="Arial"/>
                <a:cs typeface="Arial"/>
              </a:rPr>
              <a:t>submission.</a:t>
            </a:r>
            <a:endParaRPr sz="21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257811" y="3941641"/>
            <a:ext cx="7282180" cy="7035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5875" marR="5080" indent="-3810">
              <a:lnSpc>
                <a:spcPct val="111200"/>
              </a:lnSpc>
              <a:spcBef>
                <a:spcPts val="90"/>
              </a:spcBef>
            </a:pP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Manual</a:t>
            </a:r>
            <a:r>
              <a:rPr dirty="0" sz="20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checking</a:t>
            </a:r>
            <a:r>
              <a:rPr dirty="0" sz="20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0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65">
                <a:solidFill>
                  <a:srgbClr val="B8EFA3"/>
                </a:solidFill>
                <a:latin typeface="Arial"/>
                <a:cs typeface="Arial"/>
              </a:rPr>
              <a:t>time-</a:t>
            </a:r>
            <a:r>
              <a:rPr dirty="0" sz="2000" spc="75">
                <a:solidFill>
                  <a:srgbClr val="B8EFA3"/>
                </a:solidFill>
                <a:latin typeface="Arial"/>
                <a:cs typeface="Arial"/>
              </a:rPr>
              <a:t>consuming,</a:t>
            </a:r>
            <a:r>
              <a:rPr dirty="0" sz="2000" spc="-140">
                <a:solidFill>
                  <a:srgbClr val="B8EFA3"/>
                </a:solidFill>
                <a:latin typeface="Arial"/>
                <a:cs typeface="Arial"/>
              </a:rPr>
              <a:t> </a:t>
            </a:r>
            <a:r>
              <a:rPr dirty="0" sz="2000" spc="65">
                <a:solidFill>
                  <a:srgbClr val="54CD72"/>
                </a:solidFill>
                <a:latin typeface="Arial"/>
                <a:cs typeface="Arial"/>
              </a:rPr>
              <a:t>repetitive</a:t>
            </a:r>
            <a:r>
              <a:rPr dirty="0" sz="2000" spc="114">
                <a:solidFill>
                  <a:srgbClr val="54CD72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95">
                <a:solidFill>
                  <a:srgbClr val="053D18"/>
                </a:solidFill>
                <a:latin typeface="Arial"/>
                <a:cs typeface="Arial"/>
              </a:rPr>
              <a:t>difficult</a:t>
            </a:r>
            <a:r>
              <a:rPr dirty="0" sz="2000" spc="80">
                <a:solidFill>
                  <a:srgbClr val="053D18"/>
                </a:solidFill>
                <a:latin typeface="Arial"/>
                <a:cs typeface="Arial"/>
              </a:rPr>
              <a:t> </a:t>
            </a:r>
            <a:r>
              <a:rPr dirty="0" sz="2000" spc="100">
                <a:solidFill>
                  <a:srgbClr val="3AA056"/>
                </a:solidFill>
                <a:latin typeface="Arial"/>
                <a:cs typeface="Arial"/>
              </a:rPr>
              <a:t>to </a:t>
            </a:r>
            <a:r>
              <a:rPr dirty="0" sz="2000" spc="55">
                <a:solidFill>
                  <a:srgbClr val="217933"/>
                </a:solidFill>
                <a:latin typeface="Arial"/>
                <a:cs typeface="Arial"/>
              </a:rPr>
              <a:t>trace</a:t>
            </a:r>
            <a:r>
              <a:rPr dirty="0" sz="2000" spc="65">
                <a:solidFill>
                  <a:srgbClr val="217933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AAFF9A"/>
                </a:solidFill>
                <a:latin typeface="Arial"/>
                <a:cs typeface="Arial"/>
              </a:rPr>
              <a:t>systematically.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2218209" y="4678944"/>
            <a:ext cx="972819" cy="558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Reasoning</a:t>
            </a:r>
            <a:endParaRPr sz="180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  <a:spcBef>
                <a:spcPts val="60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65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Logic</a:t>
            </a:r>
            <a:endParaRPr sz="165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917664" y="4906695"/>
            <a:ext cx="8223250" cy="224472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12700" marR="509270" indent="337820">
              <a:lnSpc>
                <a:spcPct val="103400"/>
              </a:lnSpc>
              <a:spcBef>
                <a:spcPts val="15"/>
              </a:spcBef>
              <a:tabLst>
                <a:tab pos="353695" algn="l"/>
              </a:tabLst>
            </a:pPr>
            <a:r>
              <a:rPr dirty="0" sz="2150" spc="-45">
                <a:solidFill>
                  <a:srgbClr val="FFFFFF"/>
                </a:solidFill>
                <a:latin typeface="Arial"/>
                <a:cs typeface="Arial"/>
              </a:rPr>
              <a:t>Paperlntel</a:t>
            </a:r>
            <a:r>
              <a:rPr dirty="0" sz="21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45">
                <a:solidFill>
                  <a:srgbClr val="FFFFFF"/>
                </a:solidFill>
                <a:latin typeface="Arial"/>
                <a:cs typeface="Arial"/>
              </a:rPr>
              <a:t>Al</a:t>
            </a:r>
            <a:r>
              <a:rPr dirty="0" sz="215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55">
                <a:solidFill>
                  <a:srgbClr val="FFFFFF"/>
                </a:solidFill>
                <a:latin typeface="Arial"/>
                <a:cs typeface="Arial"/>
              </a:rPr>
              <a:t>automatically</a:t>
            </a:r>
            <a:r>
              <a:rPr dirty="0" sz="2150" spc="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80F485"/>
                </a:solidFill>
                <a:latin typeface="Arial"/>
                <a:cs typeface="Arial"/>
              </a:rPr>
              <a:t>extracts</a:t>
            </a:r>
            <a:r>
              <a:rPr dirty="0" sz="2150" spc="35">
                <a:solidFill>
                  <a:srgbClr val="80F485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46A556"/>
                </a:solidFill>
                <a:latin typeface="Arial"/>
                <a:cs typeface="Arial"/>
              </a:rPr>
              <a:t>the</a:t>
            </a:r>
            <a:r>
              <a:rPr dirty="0" sz="2150" spc="15">
                <a:solidFill>
                  <a:srgbClr val="46A556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3DA152"/>
                </a:solidFill>
                <a:latin typeface="Arial"/>
                <a:cs typeface="Arial"/>
              </a:rPr>
              <a:t>structure</a:t>
            </a:r>
            <a:r>
              <a:rPr dirty="0" sz="2150" spc="80">
                <a:solidFill>
                  <a:srgbClr val="3DA152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15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34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150" spc="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35">
                <a:solidFill>
                  <a:srgbClr val="FFFFFF"/>
                </a:solidFill>
                <a:latin typeface="Arial"/>
                <a:cs typeface="Arial"/>
              </a:rPr>
              <a:t>research </a:t>
            </a:r>
            <a:r>
              <a:rPr dirty="0" sz="2150" spc="-50">
                <a:solidFill>
                  <a:srgbClr val="87F9A1"/>
                </a:solidFill>
                <a:latin typeface="Arial"/>
                <a:cs typeface="Arial"/>
              </a:rPr>
              <a:t>”</a:t>
            </a:r>
            <a:r>
              <a:rPr dirty="0" sz="2150">
                <a:solidFill>
                  <a:srgbClr val="87F9A1"/>
                </a:solidFill>
                <a:latin typeface="Arial"/>
                <a:cs typeface="Arial"/>
              </a:rPr>
              <a:t>	</a:t>
            </a:r>
            <a:r>
              <a:rPr dirty="0" sz="2150" spc="-55">
                <a:solidFill>
                  <a:srgbClr val="FFFFFF"/>
                </a:solidFill>
                <a:latin typeface="Arial"/>
                <a:cs typeface="Arial"/>
              </a:rPr>
              <a:t>paper</a:t>
            </a:r>
            <a:r>
              <a:rPr dirty="0" sz="215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dirty="0" sz="215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229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1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250">
                <a:solidFill>
                  <a:srgbClr val="FFFFFF"/>
                </a:solidFill>
                <a:latin typeface="Arial"/>
                <a:cs typeface="Arial"/>
              </a:rPr>
              <a:t>PDF</a:t>
            </a:r>
            <a:r>
              <a:rPr dirty="0" sz="215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14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15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45">
                <a:solidFill>
                  <a:srgbClr val="FFFFFF"/>
                </a:solidFill>
                <a:latin typeface="Arial"/>
                <a:cs typeface="Arial"/>
              </a:rPr>
              <a:t>converts</a:t>
            </a:r>
            <a:r>
              <a:rPr dirty="0" sz="215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dirty="0" sz="215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dirty="0" sz="2150" spc="-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229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15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82FF75"/>
                </a:solidFill>
                <a:latin typeface="Arial"/>
                <a:cs typeface="Arial"/>
              </a:rPr>
              <a:t>structured</a:t>
            </a:r>
            <a:r>
              <a:rPr dirty="0" sz="2150" spc="70">
                <a:solidFill>
                  <a:srgbClr val="82FF75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6BC157"/>
                </a:solidFill>
                <a:latin typeface="Arial"/>
                <a:cs typeface="Arial"/>
              </a:rPr>
              <a:t>knowledge</a:t>
            </a:r>
            <a:endParaRPr sz="215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  <a:spcBef>
                <a:spcPts val="65"/>
              </a:spcBef>
            </a:pPr>
            <a:r>
              <a:rPr dirty="0" sz="2000" spc="55">
                <a:solidFill>
                  <a:srgbClr val="13481C"/>
                </a:solidFill>
                <a:latin typeface="Arial"/>
                <a:cs typeface="Arial"/>
              </a:rPr>
              <a:t>representatio</a:t>
            </a:r>
            <a:r>
              <a:rPr dirty="0" sz="2000" spc="-180">
                <a:solidFill>
                  <a:srgbClr val="13481C"/>
                </a:solidFill>
                <a:latin typeface="Arial"/>
                <a:cs typeface="Arial"/>
              </a:rPr>
              <a:t> </a:t>
            </a:r>
            <a:r>
              <a:rPr dirty="0" sz="2000" spc="-35">
                <a:solidFill>
                  <a:srgbClr val="26592A"/>
                </a:solidFill>
                <a:latin typeface="Arial"/>
                <a:cs typeface="Arial"/>
              </a:rPr>
              <a:t>n.</a:t>
            </a:r>
            <a:endParaRPr sz="20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  <a:spcBef>
                <a:spcPts val="2160"/>
              </a:spcBef>
              <a:tabLst>
                <a:tab pos="5350510" algn="l"/>
              </a:tabLst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200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applies</a:t>
            </a:r>
            <a:r>
              <a:rPr dirty="0" sz="20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50">
                <a:solidFill>
                  <a:srgbClr val="46AE59"/>
                </a:solidFill>
                <a:latin typeface="Arial"/>
                <a:cs typeface="Arial"/>
              </a:rPr>
              <a:t>rule-</a:t>
            </a:r>
            <a:r>
              <a:rPr dirty="0" sz="2000" spc="60">
                <a:solidFill>
                  <a:srgbClr val="46AE59"/>
                </a:solidFill>
                <a:latin typeface="Arial"/>
                <a:cs typeface="Arial"/>
              </a:rPr>
              <a:t>based</a:t>
            </a:r>
            <a:r>
              <a:rPr dirty="0" sz="2000">
                <a:solidFill>
                  <a:srgbClr val="46AE59"/>
                </a:solidFill>
                <a:latin typeface="Arial"/>
                <a:cs typeface="Arial"/>
              </a:rPr>
              <a:t>	</a:t>
            </a:r>
            <a:r>
              <a:rPr dirty="0" sz="2000" spc="100">
                <a:solidFill>
                  <a:srgbClr val="60C864"/>
                </a:solidFill>
                <a:latin typeface="Arial"/>
                <a:cs typeface="Arial"/>
              </a:rPr>
              <a:t>propositional</a:t>
            </a:r>
            <a:r>
              <a:rPr dirty="0" sz="2000" spc="85">
                <a:solidFill>
                  <a:srgbClr val="60C864"/>
                </a:solidFill>
                <a:latin typeface="Arial"/>
                <a:cs typeface="Arial"/>
              </a:rPr>
              <a:t> </a:t>
            </a:r>
            <a:r>
              <a:rPr dirty="0" sz="2000" spc="75">
                <a:solidFill>
                  <a:srgbClr val="F4FF9E"/>
                </a:solidFill>
                <a:latin typeface="Arial"/>
                <a:cs typeface="Arial"/>
              </a:rPr>
              <a:t>logic,</a:t>
            </a:r>
            <a:endParaRPr sz="2000">
              <a:latin typeface="Arial"/>
              <a:cs typeface="Arial"/>
            </a:endParaRPr>
          </a:p>
          <a:p>
            <a:pPr marL="353695" marR="5080" indent="-341630">
              <a:lnSpc>
                <a:spcPct val="100000"/>
              </a:lnSpc>
              <a:spcBef>
                <a:spcPts val="35"/>
              </a:spcBef>
              <a:tabLst>
                <a:tab pos="347345" algn="l"/>
              </a:tabLst>
            </a:pPr>
            <a:r>
              <a:rPr dirty="0" sz="2150" spc="-50">
                <a:solidFill>
                  <a:srgbClr val="85FB9E"/>
                </a:solidFill>
                <a:latin typeface="Arial"/>
                <a:cs typeface="Arial"/>
              </a:rPr>
              <a:t>”</a:t>
            </a:r>
            <a:r>
              <a:rPr dirty="0" sz="2150">
                <a:solidFill>
                  <a:srgbClr val="85FB9E"/>
                </a:solidFill>
                <a:latin typeface="Arial"/>
                <a:cs typeface="Arial"/>
              </a:rPr>
              <a:t>	</a:t>
            </a:r>
            <a:r>
              <a:rPr dirty="0" sz="2150" spc="-75">
                <a:solidFill>
                  <a:srgbClr val="3A9C4D"/>
                </a:solidFill>
                <a:latin typeface="Arial"/>
                <a:cs typeface="Arial"/>
              </a:rPr>
              <a:t>CSP-</a:t>
            </a:r>
            <a:r>
              <a:rPr dirty="0" sz="2150" spc="-20">
                <a:solidFill>
                  <a:srgbClr val="3A9C4D"/>
                </a:solidFill>
                <a:latin typeface="Arial"/>
                <a:cs typeface="Arial"/>
              </a:rPr>
              <a:t>based</a:t>
            </a:r>
            <a:r>
              <a:rPr dirty="0" sz="2150" spc="15">
                <a:solidFill>
                  <a:srgbClr val="3A9C4D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0A4618"/>
                </a:solidFill>
                <a:latin typeface="Arial"/>
                <a:cs typeface="Arial"/>
              </a:rPr>
              <a:t>compliance</a:t>
            </a:r>
            <a:r>
              <a:rPr dirty="0" sz="2150" spc="135">
                <a:solidFill>
                  <a:srgbClr val="0A4618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3D9549"/>
                </a:solidFill>
                <a:latin typeface="Arial"/>
                <a:cs typeface="Arial"/>
              </a:rPr>
              <a:t>checking</a:t>
            </a:r>
            <a:r>
              <a:rPr dirty="0" sz="2150" spc="10">
                <a:solidFill>
                  <a:srgbClr val="3D9549"/>
                </a:solidFill>
                <a:latin typeface="Arial"/>
                <a:cs typeface="Arial"/>
              </a:rPr>
              <a:t> </a:t>
            </a:r>
            <a:r>
              <a:rPr dirty="0" sz="2150" spc="-7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2150">
                <a:solidFill>
                  <a:srgbClr val="85F679"/>
                </a:solidFill>
                <a:latin typeface="Arial"/>
                <a:cs typeface="Arial"/>
              </a:rPr>
              <a:t>UCS/A”</a:t>
            </a:r>
            <a:r>
              <a:rPr dirty="0" sz="2150" spc="-50">
                <a:solidFill>
                  <a:srgbClr val="85F679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75F783"/>
                </a:solidFill>
                <a:latin typeface="Arial"/>
                <a:cs typeface="Arial"/>
              </a:rPr>
              <a:t>planning</a:t>
            </a:r>
            <a:r>
              <a:rPr dirty="0" sz="2150" spc="35">
                <a:solidFill>
                  <a:srgbClr val="75F783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150" spc="-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A3F7A3"/>
                </a:solidFill>
                <a:latin typeface="Arial"/>
                <a:cs typeface="Arial"/>
              </a:rPr>
              <a:t>identify </a:t>
            </a:r>
            <a:r>
              <a:rPr dirty="0" sz="2150" spc="-110">
                <a:solidFill>
                  <a:srgbClr val="FFFFFF"/>
                </a:solidFill>
                <a:latin typeface="Arial"/>
                <a:cs typeface="Arial"/>
              </a:rPr>
              <a:t>issues</a:t>
            </a:r>
            <a:r>
              <a:rPr dirty="0" sz="21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6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150" spc="-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70">
                <a:solidFill>
                  <a:srgbClr val="FFFFFF"/>
                </a:solidFill>
                <a:latin typeface="Arial"/>
                <a:cs typeface="Arial"/>
              </a:rPr>
              <a:t>recommend</a:t>
            </a:r>
            <a:r>
              <a:rPr dirty="0" sz="215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50">
                <a:solidFill>
                  <a:srgbClr val="FFFFFF"/>
                </a:solidFill>
                <a:latin typeface="Arial"/>
                <a:cs typeface="Arial"/>
              </a:rPr>
              <a:t>improvement</a:t>
            </a:r>
            <a:r>
              <a:rPr dirty="0" sz="2150" spc="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FFFFFF"/>
                </a:solidFill>
                <a:latin typeface="Arial"/>
                <a:cs typeface="Arial"/>
              </a:rPr>
              <a:t>actions.</a:t>
            </a:r>
            <a:endParaRPr sz="21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643794" y="5557754"/>
            <a:ext cx="1313180" cy="54292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5875" marR="5080" indent="-3810">
              <a:lnSpc>
                <a:spcPct val="104299"/>
              </a:lnSpc>
              <a:spcBef>
                <a:spcPts val="35"/>
              </a:spcBef>
            </a:pPr>
            <a:r>
              <a:rPr dirty="0" sz="1650" spc="-45">
                <a:solidFill>
                  <a:srgbClr val="FFFFFF"/>
                </a:solidFill>
                <a:latin typeface="Arial"/>
                <a:cs typeface="Arial"/>
              </a:rPr>
              <a:t>Improvement</a:t>
            </a:r>
            <a:r>
              <a:rPr dirty="0" sz="1650" spc="-45">
                <a:solidFill>
                  <a:srgbClr val="002601"/>
                </a:solidFill>
                <a:latin typeface="Arial"/>
                <a:cs typeface="Arial"/>
              </a:rPr>
              <a:t>*' 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Planning</a:t>
            </a:r>
            <a:endParaRPr sz="16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255952" y="7461741"/>
            <a:ext cx="7144384" cy="70358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 indent="10160">
              <a:lnSpc>
                <a:spcPct val="111200"/>
              </a:lnSpc>
              <a:spcBef>
                <a:spcPts val="90"/>
              </a:spcBef>
            </a:pPr>
            <a:r>
              <a:rPr dirty="0" sz="2000" spc="-65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20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90">
                <a:solidFill>
                  <a:srgbClr val="2D5B24"/>
                </a:solidFill>
                <a:latin typeface="Arial"/>
                <a:cs typeface="Arial"/>
              </a:rPr>
              <a:t>Integrated</a:t>
            </a:r>
            <a:r>
              <a:rPr dirty="0" sz="2000" spc="204">
                <a:solidFill>
                  <a:srgbClr val="2D5B2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44F1F"/>
                </a:solidFill>
                <a:latin typeface="Arial"/>
                <a:cs typeface="Arial"/>
              </a:rPr>
              <a:t>Analysis</a:t>
            </a:r>
            <a:r>
              <a:rPr dirty="0" sz="2000" spc="114">
                <a:solidFill>
                  <a:srgbClr val="244F1F"/>
                </a:solidFill>
                <a:latin typeface="Arial"/>
                <a:cs typeface="Arial"/>
              </a:rPr>
              <a:t> </a:t>
            </a:r>
            <a:r>
              <a:rPr dirty="0" sz="2000" spc="55">
                <a:solidFill>
                  <a:srgbClr val="598744"/>
                </a:solidFill>
                <a:latin typeface="Arial"/>
                <a:cs typeface="Arial"/>
              </a:rPr>
              <a:t>Agent</a:t>
            </a:r>
            <a:r>
              <a:rPr dirty="0" sz="2000" spc="200">
                <a:solidFill>
                  <a:srgbClr val="598744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combines</a:t>
            </a:r>
            <a:r>
              <a:rPr dirty="0" sz="2000" spc="1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evidence,</a:t>
            </a:r>
            <a:r>
              <a:rPr dirty="0" sz="2000" spc="2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reasoning,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compliance</a:t>
            </a:r>
            <a:r>
              <a:rPr dirty="0" sz="2000" spc="229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0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planning</a:t>
            </a:r>
            <a:r>
              <a:rPr dirty="0" sz="2000" spc="2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r>
              <a:rPr dirty="0" sz="2000" spc="1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dirty="0" sz="2000" spc="1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2000" spc="8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B8FFA1"/>
                </a:solidFill>
                <a:latin typeface="Arial"/>
                <a:cs typeface="Arial"/>
              </a:rPr>
              <a:t>explainable</a:t>
            </a:r>
            <a:r>
              <a:rPr dirty="0" sz="2000" spc="275">
                <a:solidFill>
                  <a:srgbClr val="B8FFA1"/>
                </a:solidFill>
                <a:latin typeface="Arial"/>
                <a:cs typeface="Arial"/>
              </a:rPr>
              <a:t> </a:t>
            </a:r>
            <a:r>
              <a:rPr dirty="0" sz="2000" spc="90">
                <a:solidFill>
                  <a:srgbClr val="FFFFFF"/>
                </a:solidFill>
                <a:latin typeface="Arial"/>
                <a:cs typeface="Arial"/>
              </a:rPr>
              <a:t>report.</a:t>
            </a:r>
            <a:endParaRPr sz="20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259986" y="8489349"/>
            <a:ext cx="7970520" cy="68135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780" marR="5080" indent="-5715">
              <a:lnSpc>
                <a:spcPct val="107600"/>
              </a:lnSpc>
              <a:spcBef>
                <a:spcPts val="90"/>
              </a:spcBef>
            </a:pP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dirty="0" sz="20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00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designed</a:t>
            </a:r>
            <a:r>
              <a:rPr dirty="0" sz="200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dirty="0" sz="200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0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100">
                <a:solidFill>
                  <a:srgbClr val="70C867"/>
                </a:solidFill>
                <a:latin typeface="Arial"/>
                <a:cs typeface="Arial"/>
              </a:rPr>
              <a:t>deterministic</a:t>
            </a:r>
            <a:r>
              <a:rPr dirty="0" sz="2000" spc="275">
                <a:solidFill>
                  <a:srgbClr val="70C867"/>
                </a:solidFill>
                <a:latin typeface="Arial"/>
                <a:cs typeface="Arial"/>
              </a:rPr>
              <a:t> </a:t>
            </a:r>
            <a:r>
              <a:rPr dirty="0" sz="2000" spc="85">
                <a:solidFill>
                  <a:srgbClr val="155023"/>
                </a:solidFill>
                <a:latin typeface="Arial"/>
                <a:cs typeface="Arial"/>
              </a:rPr>
              <a:t>classical-</a:t>
            </a:r>
            <a:r>
              <a:rPr dirty="0" sz="2000" spc="95">
                <a:solidFill>
                  <a:srgbClr val="155023"/>
                </a:solidFill>
                <a:latin typeface="Arial"/>
                <a:cs typeface="Arial"/>
              </a:rPr>
              <a:t>Al</a:t>
            </a:r>
            <a:r>
              <a:rPr dirty="0" sz="2000" spc="125">
                <a:solidFill>
                  <a:srgbClr val="155023"/>
                </a:solidFill>
                <a:latin typeface="Arial"/>
                <a:cs typeface="Arial"/>
              </a:rPr>
              <a:t> </a:t>
            </a:r>
            <a:r>
              <a:rPr dirty="0" sz="2000" spc="100">
                <a:solidFill>
                  <a:srgbClr val="DFF7BD"/>
                </a:solidFill>
                <a:latin typeface="Arial"/>
                <a:cs typeface="Arial"/>
              </a:rPr>
              <a:t>framework,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without</a:t>
            </a:r>
            <a:r>
              <a:rPr dirty="0" sz="200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65">
                <a:solidFill>
                  <a:srgbClr val="FFFFFF"/>
                </a:solidFill>
                <a:latin typeface="Arial"/>
                <a:cs typeface="Arial"/>
              </a:rPr>
              <a:t>LLMs,</a:t>
            </a:r>
            <a:r>
              <a:rPr dirty="0" sz="200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ML</a:t>
            </a:r>
            <a:r>
              <a:rPr dirty="0" sz="20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models</a:t>
            </a:r>
            <a:r>
              <a:rPr dirty="0" sz="20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20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FFFFFF"/>
                </a:solidFill>
                <a:latin typeface="Arial"/>
                <a:cs typeface="Arial"/>
              </a:rPr>
              <a:t>external</a:t>
            </a:r>
            <a:r>
              <a:rPr dirty="0" sz="20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20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FFFFFF"/>
                </a:solidFill>
                <a:latin typeface="Arial"/>
                <a:cs typeface="Arial"/>
              </a:rPr>
              <a:t>APIs.</a:t>
            </a:r>
            <a:endParaRPr sz="2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3727670" y="7365783"/>
            <a:ext cx="1772285" cy="168211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40640" marR="1073150" indent="-3175">
              <a:lnSpc>
                <a:spcPct val="124000"/>
              </a:lnSpc>
              <a:spcBef>
                <a:spcPts val="90"/>
              </a:spcBef>
            </a:pPr>
            <a:r>
              <a:rPr dirty="0" sz="2950" spc="-480">
                <a:solidFill>
                  <a:srgbClr val="85D88E"/>
                </a:solidFill>
                <a:latin typeface="Arial"/>
                <a:cs typeface="Arial"/>
              </a:rPr>
              <a:t>IEEE </a:t>
            </a:r>
            <a:r>
              <a:rPr dirty="0" sz="2950" spc="-509">
                <a:solidFill>
                  <a:srgbClr val="ACF6B1"/>
                </a:solidFill>
                <a:latin typeface="Arial"/>
                <a:cs typeface="Arial"/>
              </a:rPr>
              <a:t>ACM</a:t>
            </a:r>
            <a:endParaRPr sz="2950">
              <a:latin typeface="Arial"/>
              <a:cs typeface="Arial"/>
            </a:endParaRPr>
          </a:p>
          <a:p>
            <a:pPr marL="64135">
              <a:lnSpc>
                <a:spcPct val="100000"/>
              </a:lnSpc>
              <a:spcBef>
                <a:spcPts val="1985"/>
              </a:spcBef>
            </a:pPr>
            <a:r>
              <a:rPr dirty="0" baseline="14619" sz="2850" spc="-359">
                <a:solidFill>
                  <a:srgbClr val="083111"/>
                </a:solidFill>
                <a:latin typeface="Arial"/>
                <a:cs typeface="Arial"/>
              </a:rPr>
              <a:t>FCh</a:t>
            </a:r>
            <a:r>
              <a:rPr dirty="0" baseline="14619" sz="2850" spc="97">
                <a:solidFill>
                  <a:srgbClr val="083111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0A9A69"/>
                </a:solidFill>
                <a:latin typeface="Arial"/>
                <a:cs typeface="Arial"/>
              </a:rPr>
              <a:t>GUÏdelin</a:t>
            </a:r>
            <a:r>
              <a:rPr dirty="0" baseline="-7309" sz="2850" spc="-15">
                <a:solidFill>
                  <a:srgbClr val="0A9A69"/>
                </a:solidFill>
                <a:latin typeface="Arial"/>
                <a:cs typeface="Arial"/>
              </a:rPr>
              <a:t>e</a:t>
            </a:r>
            <a:r>
              <a:rPr dirty="0" baseline="-13157" sz="2850" spc="-15">
                <a:solidFill>
                  <a:srgbClr val="0A9A69"/>
                </a:solidFill>
                <a:latin typeface="Arial"/>
                <a:cs typeface="Arial"/>
              </a:rPr>
              <a:t>s</a:t>
            </a:r>
            <a:endParaRPr baseline="-13157" sz="28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787088" y="8741392"/>
            <a:ext cx="226060" cy="3175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>
                <a:solidFill>
                  <a:srgbClr val="7C9C8C"/>
                </a:solidFill>
                <a:latin typeface="Arial"/>
                <a:cs typeface="Arial"/>
              </a:rPr>
              <a:t>-</a:t>
            </a:r>
            <a:r>
              <a:rPr dirty="0" sz="1900" spc="-245">
                <a:solidFill>
                  <a:srgbClr val="7C9C8C"/>
                </a:solidFill>
                <a:latin typeface="Arial"/>
                <a:cs typeface="Arial"/>
              </a:rPr>
              <a:t> </a:t>
            </a:r>
            <a:r>
              <a:rPr dirty="0" sz="1900" spc="-50">
                <a:solidFill>
                  <a:srgbClr val="7C9C8C"/>
                </a:solidFill>
                <a:latin typeface="Arial"/>
                <a:cs typeface="Arial"/>
              </a:rPr>
              <a:t>“</a:t>
            </a:r>
            <a:endParaRPr sz="1900">
              <a:latin typeface="Arial"/>
              <a:cs typeface="Arial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4858" y="9456168"/>
            <a:ext cx="18278475" cy="66040"/>
            <a:chOff x="4858" y="9456168"/>
            <a:chExt cx="18278475" cy="66040"/>
          </a:xfrm>
        </p:grpSpPr>
        <p:pic>
          <p:nvPicPr>
            <p:cNvPr id="49" name="object 4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858" y="9456168"/>
              <a:ext cx="18278475" cy="65591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858" y="9456168"/>
              <a:ext cx="18278475" cy="6559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249967" y="841763"/>
            <a:ext cx="1486766" cy="14211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807498" y="1770981"/>
            <a:ext cx="524740" cy="295163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758019" y="2044282"/>
            <a:ext cx="131185" cy="28423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20044" y="2273853"/>
            <a:ext cx="568469" cy="2732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992768" y="2503425"/>
            <a:ext cx="623129" cy="896422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3112444" y="1158790"/>
            <a:ext cx="4383773" cy="228478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5192" y="3432643"/>
            <a:ext cx="699654" cy="2612745"/>
          </a:xfrm>
          <a:prstGeom prst="rect">
            <a:avLst/>
          </a:prstGeom>
        </p:spPr>
      </p:pic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87595" y="3432643"/>
            <a:ext cx="776179" cy="272206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514638" y="3695011"/>
            <a:ext cx="1771001" cy="666851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771830" y="4821006"/>
            <a:ext cx="1377444" cy="4044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172288" y="3432643"/>
            <a:ext cx="765247" cy="2656472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1232127" y="3695011"/>
            <a:ext cx="1749136" cy="66685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858" y="32796"/>
            <a:ext cx="18267680" cy="6592570"/>
            <a:chOff x="4858" y="32796"/>
            <a:chExt cx="18267680" cy="6592570"/>
          </a:xfrm>
        </p:grpSpPr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113592" y="3771535"/>
              <a:ext cx="382623" cy="59032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858" y="32796"/>
              <a:ext cx="18267680" cy="6592570"/>
            </a:xfrm>
            <a:custGeom>
              <a:avLst/>
              <a:gdLst/>
              <a:ahLst/>
              <a:cxnLst/>
              <a:rect l="l" t="t" r="r" b="b"/>
              <a:pathLst>
                <a:path w="18267680" h="6592570">
                  <a:moveTo>
                    <a:pt x="18267539" y="6591987"/>
                  </a:moveTo>
                  <a:lnTo>
                    <a:pt x="0" y="6591987"/>
                  </a:lnTo>
                  <a:lnTo>
                    <a:pt x="0" y="0"/>
                  </a:lnTo>
                  <a:lnTo>
                    <a:pt x="18267539" y="0"/>
                  </a:lnTo>
                  <a:lnTo>
                    <a:pt x="18267539" y="6591987"/>
                  </a:lnTo>
                  <a:close/>
                </a:path>
              </a:pathLst>
            </a:custGeom>
            <a:solidFill>
              <a:srgbClr val="001C0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$PPTXTitle"/>
          <p:cNvSpPr txBox="1">
            <a:spLocks noGrp="1"/>
          </p:cNvSpPr>
          <p:nvPr>
            <p:ph type="title"/>
          </p:nvPr>
        </p:nvSpPr>
        <p:spPr>
          <a:xfrm>
            <a:off x="1668998" y="129416"/>
            <a:ext cx="3113405" cy="6813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300" spc="-484">
                <a:latin typeface="Arial Black"/>
                <a:cs typeface="Arial Black"/>
              </a:rPr>
              <a:t>Paperlntel</a:t>
            </a:r>
            <a:r>
              <a:rPr dirty="0" sz="4300" spc="-195">
                <a:latin typeface="Arial Black"/>
                <a:cs typeface="Arial Black"/>
              </a:rPr>
              <a:t> </a:t>
            </a:r>
            <a:r>
              <a:rPr dirty="0" sz="4300" spc="-555">
                <a:solidFill>
                  <a:srgbClr val="75F28C"/>
                </a:solidFill>
                <a:latin typeface="Arial Black"/>
                <a:cs typeface="Arial Black"/>
              </a:rPr>
              <a:t>Al</a:t>
            </a:r>
            <a:endParaRPr sz="4300">
              <a:latin typeface="Arial Black"/>
              <a:cs typeface="Arial Black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848416" y="300076"/>
            <a:ext cx="906780" cy="3721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50">
                <a:solidFill>
                  <a:srgbClr val="4B9056"/>
                </a:solidFill>
                <a:latin typeface="Arial"/>
                <a:cs typeface="Arial"/>
              </a:rPr>
              <a:t>03</a:t>
            </a:r>
            <a:r>
              <a:rPr dirty="0" sz="2250" spc="114">
                <a:solidFill>
                  <a:srgbClr val="4B9056"/>
                </a:solidFill>
                <a:latin typeface="Arial"/>
                <a:cs typeface="Arial"/>
              </a:rPr>
              <a:t> </a:t>
            </a:r>
            <a:r>
              <a:rPr dirty="0" sz="2250" spc="50">
                <a:solidFill>
                  <a:srgbClr val="BDBDBD"/>
                </a:solidFill>
                <a:latin typeface="Arial"/>
                <a:cs typeface="Arial"/>
              </a:rPr>
              <a:t>/</a:t>
            </a:r>
            <a:r>
              <a:rPr dirty="0" sz="2250">
                <a:solidFill>
                  <a:srgbClr val="BDBDBD"/>
                </a:solidFill>
                <a:latin typeface="Arial"/>
                <a:cs typeface="Arial"/>
              </a:rPr>
              <a:t> </a:t>
            </a:r>
            <a:r>
              <a:rPr dirty="0" sz="2250" spc="-30">
                <a:solidFill>
                  <a:srgbClr val="8E91A3"/>
                </a:solidFill>
                <a:latin typeface="Arial"/>
                <a:cs typeface="Arial"/>
              </a:rPr>
              <a:t>07</a:t>
            </a:r>
            <a:endParaRPr sz="225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68711" y="663434"/>
            <a:ext cx="12043410" cy="253365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047750">
              <a:lnSpc>
                <a:spcPct val="100000"/>
              </a:lnSpc>
              <a:spcBef>
                <a:spcPts val="550"/>
              </a:spcBef>
            </a:pP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intelligent</a:t>
            </a:r>
            <a:r>
              <a:rPr dirty="0" sz="18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dirty="0" sz="18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Paper</a:t>
            </a:r>
            <a:r>
              <a:rPr dirty="0" sz="180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dirty="0" sz="18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Improvement</a:t>
            </a:r>
            <a:r>
              <a:rPr dirty="0" sz="1800" spc="1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Assistant</a:t>
            </a:r>
            <a:endParaRPr sz="1800">
              <a:latin typeface="Arial"/>
              <a:cs typeface="Arial"/>
            </a:endParaRPr>
          </a:p>
          <a:p>
            <a:pPr algn="ctr" marR="2054225">
              <a:lnSpc>
                <a:spcPct val="100000"/>
              </a:lnSpc>
              <a:spcBef>
                <a:spcPts val="1950"/>
              </a:spcBef>
            </a:pPr>
            <a:r>
              <a:rPr dirty="0" sz="7500" spc="-1030">
                <a:solidFill>
                  <a:srgbClr val="FFFFFF"/>
                </a:solidFill>
                <a:latin typeface="Arial Black"/>
                <a:cs typeface="Arial Black"/>
              </a:rPr>
              <a:t>Literature</a:t>
            </a:r>
            <a:r>
              <a:rPr dirty="0" sz="7500" spc="6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7500" spc="-994">
                <a:solidFill>
                  <a:srgbClr val="FFFFFF"/>
                </a:solidFill>
                <a:latin typeface="Arial Black"/>
                <a:cs typeface="Arial Black"/>
              </a:rPr>
              <a:t>Survey</a:t>
            </a:r>
            <a:endParaRPr sz="7500">
              <a:latin typeface="Arial Black"/>
              <a:cs typeface="Arial Black"/>
            </a:endParaRPr>
          </a:p>
          <a:p>
            <a:pPr marL="12700" marR="5080" indent="9525">
              <a:lnSpc>
                <a:spcPts val="2670"/>
              </a:lnSpc>
              <a:spcBef>
                <a:spcPts val="930"/>
              </a:spcBef>
            </a:pPr>
            <a:r>
              <a:rPr dirty="0" sz="2250" spc="-200">
                <a:solidFill>
                  <a:srgbClr val="FFFFFF"/>
                </a:solidFill>
                <a:latin typeface="Arial"/>
                <a:cs typeface="Arial"/>
              </a:rPr>
              <a:t>Several</a:t>
            </a:r>
            <a:r>
              <a:rPr dirty="0" sz="225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45">
                <a:solidFill>
                  <a:srgbClr val="FFFFFF"/>
                </a:solidFill>
                <a:latin typeface="Arial"/>
                <a:cs typeface="Arial"/>
              </a:rPr>
              <a:t>studies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22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dirty="0" sz="22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50">
                <a:solidFill>
                  <a:srgbClr val="FFFFFF"/>
                </a:solidFill>
                <a:latin typeface="Arial"/>
                <a:cs typeface="Arial"/>
              </a:rPr>
              <a:t>explored</a:t>
            </a:r>
            <a:r>
              <a:rPr dirty="0" sz="225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40">
                <a:solidFill>
                  <a:srgbClr val="287936"/>
                </a:solidFill>
                <a:latin typeface="Arial"/>
                <a:cs typeface="Arial"/>
              </a:rPr>
              <a:t>automated</a:t>
            </a:r>
            <a:r>
              <a:rPr dirty="0" sz="2250" spc="-30">
                <a:solidFill>
                  <a:srgbClr val="287936"/>
                </a:solidFill>
                <a:latin typeface="Arial"/>
                <a:cs typeface="Arial"/>
              </a:rPr>
              <a:t> </a:t>
            </a:r>
            <a:r>
              <a:rPr dirty="0" sz="2250" spc="-125">
                <a:solidFill>
                  <a:srgbClr val="46B85B"/>
                </a:solidFill>
                <a:latin typeface="Arial"/>
                <a:cs typeface="Arial"/>
              </a:rPr>
              <a:t>compliance</a:t>
            </a:r>
            <a:r>
              <a:rPr dirty="0" sz="2250" spc="70">
                <a:solidFill>
                  <a:srgbClr val="46B85B"/>
                </a:solidFill>
                <a:latin typeface="Arial"/>
                <a:cs typeface="Arial"/>
              </a:rPr>
              <a:t> </a:t>
            </a:r>
            <a:r>
              <a:rPr dirty="0" sz="2250" spc="-110">
                <a:solidFill>
                  <a:srgbClr val="0F3818"/>
                </a:solidFill>
                <a:latin typeface="Arial"/>
                <a:cs typeface="Arial"/>
              </a:rPr>
              <a:t>checking,</a:t>
            </a:r>
            <a:r>
              <a:rPr dirty="0" sz="2250" spc="-100">
                <a:solidFill>
                  <a:srgbClr val="0F3818"/>
                </a:solidFill>
                <a:latin typeface="Arial"/>
                <a:cs typeface="Arial"/>
              </a:rPr>
              <a:t> </a:t>
            </a:r>
            <a:r>
              <a:rPr dirty="0" sz="2250" spc="-75">
                <a:solidFill>
                  <a:srgbClr val="348E46"/>
                </a:solidFill>
                <a:latin typeface="Arial"/>
                <a:cs typeface="Arial"/>
              </a:rPr>
              <a:t>logical</a:t>
            </a:r>
            <a:r>
              <a:rPr dirty="0" sz="2250" spc="-15">
                <a:solidFill>
                  <a:srgbClr val="348E46"/>
                </a:solidFill>
                <a:latin typeface="Arial"/>
                <a:cs typeface="Arial"/>
              </a:rPr>
              <a:t> </a:t>
            </a:r>
            <a:r>
              <a:rPr dirty="0" sz="2250" spc="-130">
                <a:solidFill>
                  <a:srgbClr val="69B675"/>
                </a:solidFill>
                <a:latin typeface="Arial"/>
                <a:cs typeface="Arial"/>
              </a:rPr>
              <a:t>reasoning,</a:t>
            </a:r>
            <a:r>
              <a:rPr dirty="0" sz="2250" spc="5">
                <a:solidFill>
                  <a:srgbClr val="69B675"/>
                </a:solidFill>
                <a:latin typeface="Arial"/>
                <a:cs typeface="Arial"/>
              </a:rPr>
              <a:t> </a:t>
            </a:r>
            <a:r>
              <a:rPr dirty="0" sz="2250" spc="-2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2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25">
                <a:solidFill>
                  <a:srgbClr val="1A6B2D"/>
                </a:solidFill>
                <a:latin typeface="Arial"/>
                <a:cs typeface="Arial"/>
              </a:rPr>
              <a:t>document</a:t>
            </a:r>
            <a:r>
              <a:rPr dirty="0" sz="2250" spc="130">
                <a:solidFill>
                  <a:srgbClr val="1A6B2D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analysis. </a:t>
            </a:r>
            <a:r>
              <a:rPr dirty="0" sz="2250" spc="-200">
                <a:solidFill>
                  <a:srgbClr val="FFFFFF"/>
                </a:solidFill>
                <a:latin typeface="Arial"/>
                <a:cs typeface="Arial"/>
              </a:rPr>
              <a:t>However,</a:t>
            </a:r>
            <a:r>
              <a:rPr dirty="0" sz="225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50">
                <a:solidFill>
                  <a:srgbClr val="FFFFFF"/>
                </a:solidFill>
                <a:latin typeface="Arial"/>
                <a:cs typeface="Arial"/>
              </a:rPr>
              <a:t>most</a:t>
            </a:r>
            <a:r>
              <a:rPr dirty="0" sz="225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45">
                <a:solidFill>
                  <a:srgbClr val="FFFFFF"/>
                </a:solidFill>
                <a:latin typeface="Arial"/>
                <a:cs typeface="Arial"/>
              </a:rPr>
              <a:t>existing</a:t>
            </a:r>
            <a:r>
              <a:rPr dirty="0" sz="22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65">
                <a:solidFill>
                  <a:srgbClr val="FFFFFF"/>
                </a:solidFill>
                <a:latin typeface="Arial"/>
                <a:cs typeface="Arial"/>
              </a:rPr>
              <a:t>approaches</a:t>
            </a:r>
            <a:r>
              <a:rPr dirty="0" sz="225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45">
                <a:solidFill>
                  <a:srgbClr val="FFFFFF"/>
                </a:solidFill>
                <a:latin typeface="Arial"/>
                <a:cs typeface="Arial"/>
              </a:rPr>
              <a:t>focus</a:t>
            </a:r>
            <a:r>
              <a:rPr dirty="0" sz="225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6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dirty="0" sz="225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80">
                <a:solidFill>
                  <a:srgbClr val="FFFFFF"/>
                </a:solidFill>
                <a:latin typeface="Arial"/>
                <a:cs typeface="Arial"/>
              </a:rPr>
              <a:t>specific</a:t>
            </a:r>
            <a:r>
              <a:rPr dirty="0" sz="2250" spc="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90">
                <a:solidFill>
                  <a:srgbClr val="FFFFFF"/>
                </a:solidFill>
                <a:latin typeface="Arial"/>
                <a:cs typeface="Arial"/>
              </a:rPr>
              <a:t>domains</a:t>
            </a:r>
            <a:r>
              <a:rPr dirty="0" sz="225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0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dirty="0" sz="225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20">
                <a:solidFill>
                  <a:srgbClr val="FFFFFF"/>
                </a:solidFill>
                <a:latin typeface="Arial"/>
                <a:cs typeface="Arial"/>
              </a:rPr>
              <a:t>individual</a:t>
            </a:r>
            <a:r>
              <a:rPr dirty="0" sz="2250" spc="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techniques.</a:t>
            </a:r>
            <a:endParaRPr sz="225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54460" y="3594855"/>
            <a:ext cx="2748280" cy="9023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 marR="5080" indent="635">
              <a:lnSpc>
                <a:spcPct val="99600"/>
              </a:lnSpc>
              <a:spcBef>
                <a:spcPts val="110"/>
              </a:spcBef>
            </a:pP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Letia</a:t>
            </a:r>
            <a:r>
              <a:rPr dirty="0" sz="2150" spc="-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5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215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60">
                <a:solidFill>
                  <a:srgbClr val="FFFFFF"/>
                </a:solidFill>
                <a:latin typeface="Arial"/>
                <a:cs typeface="Arial"/>
              </a:rPr>
              <a:t>Groza</a:t>
            </a:r>
            <a:r>
              <a:rPr dirty="0" sz="21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FFFFFF"/>
                </a:solidFill>
                <a:latin typeface="Arial"/>
                <a:cs typeface="Arial"/>
              </a:rPr>
              <a:t>{2OJ3)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Compliance</a:t>
            </a:r>
            <a:r>
              <a:rPr dirty="0" sz="18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Checking</a:t>
            </a:r>
            <a:r>
              <a:rPr dirty="0" sz="18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Integrated</a:t>
            </a:r>
            <a:r>
              <a:rPr dirty="0" sz="18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70">
                <a:solidFill>
                  <a:srgbClr val="FFFFFF"/>
                </a:solidFill>
                <a:latin typeface="Arial"/>
                <a:cs typeface="Arial"/>
              </a:rPr>
              <a:t>Business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Processes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543558" y="3638583"/>
            <a:ext cx="3213100" cy="67056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 marR="5080" indent="6985">
              <a:lnSpc>
                <a:spcPts val="2500"/>
              </a:lnSpc>
              <a:spcBef>
                <a:spcPts val="250"/>
              </a:spcBef>
            </a:pPr>
            <a:r>
              <a:rPr dirty="0" sz="2150" spc="-21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150" spc="-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70">
                <a:solidFill>
                  <a:srgbClr val="FFFFFF"/>
                </a:solidFill>
                <a:latin typeface="Arial"/>
                <a:cs typeface="Arial"/>
              </a:rPr>
              <a:t>Promise</a:t>
            </a:r>
            <a:r>
              <a:rPr dirty="0" sz="21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14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15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FFFFFF"/>
                </a:solidFill>
                <a:latin typeface="Arial"/>
                <a:cs typeface="Arial"/>
              </a:rPr>
              <a:t>Automated </a:t>
            </a:r>
            <a:r>
              <a:rPr dirty="0" sz="2150" spc="-110">
                <a:solidFill>
                  <a:srgbClr val="FFFFFF"/>
                </a:solidFill>
                <a:latin typeface="Arial"/>
                <a:cs typeface="Arial"/>
              </a:rPr>
              <a:t>Compliance</a:t>
            </a:r>
            <a:r>
              <a:rPr dirty="0" sz="215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20">
                <a:solidFill>
                  <a:srgbClr val="FFFFFF"/>
                </a:solidFill>
                <a:latin typeface="Arial"/>
                <a:cs typeface="Arial"/>
              </a:rPr>
              <a:t>Checking</a:t>
            </a:r>
            <a:r>
              <a:rPr dirty="0" sz="21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25">
                <a:solidFill>
                  <a:srgbClr val="FFFFFF"/>
                </a:solidFill>
                <a:latin typeface="Arial"/>
                <a:cs typeface="Arial"/>
              </a:rPr>
              <a:t>(2021)</a:t>
            </a:r>
            <a:endParaRPr sz="215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228256" y="3594855"/>
            <a:ext cx="3018155" cy="9023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5240" marR="5080" indent="-3175">
              <a:lnSpc>
                <a:spcPct val="99600"/>
              </a:lnSpc>
              <a:spcBef>
                <a:spcPts val="110"/>
              </a:spcBef>
            </a:pPr>
            <a:r>
              <a:rPr dirty="0" sz="2150" spc="-150">
                <a:solidFill>
                  <a:srgbClr val="FFFFFF"/>
                </a:solidFill>
                <a:latin typeface="Arial"/>
                <a:cs typeface="Arial"/>
              </a:rPr>
              <a:t>Chen</a:t>
            </a:r>
            <a:r>
              <a:rPr dirty="0" sz="215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5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2150" spc="-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0">
                <a:solidFill>
                  <a:srgbClr val="FFFFFF"/>
                </a:solidFill>
                <a:latin typeface="Arial"/>
                <a:cs typeface="Arial"/>
              </a:rPr>
              <a:t>Jiang</a:t>
            </a:r>
            <a:r>
              <a:rPr dirty="0" sz="21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FFFFFF"/>
                </a:solidFill>
                <a:latin typeface="Arial"/>
                <a:cs typeface="Arial"/>
              </a:rPr>
              <a:t>(2024)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Ontology-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Enhanced</a:t>
            </a:r>
            <a:r>
              <a:rPr dirty="0" sz="1800" spc="-2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25">
                <a:solidFill>
                  <a:srgbClr val="FFFFFF"/>
                </a:solidFill>
                <a:latin typeface="Arial"/>
                <a:cs typeface="Arial"/>
              </a:rPr>
              <a:t>NLP</a:t>
            </a:r>
            <a:r>
              <a:rPr dirty="0" sz="18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Automated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Compliance</a:t>
            </a:r>
            <a:r>
              <a:rPr dirty="0" sz="1800" spc="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Checking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68327" y="4711739"/>
            <a:ext cx="83439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160">
                <a:solidFill>
                  <a:srgbClr val="87F693"/>
                </a:solidFill>
                <a:latin typeface="Arial"/>
                <a:cs typeface="Arial"/>
              </a:rPr>
              <a:t>Approach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25532" y="4722672"/>
            <a:ext cx="2925445" cy="81280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3970" marR="5080" indent="-1905">
              <a:lnSpc>
                <a:spcPct val="93700"/>
              </a:lnSpc>
              <a:spcBef>
                <a:spcPts val="229"/>
              </a:spcBef>
            </a:pP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Logical</a:t>
            </a:r>
            <a:r>
              <a:rPr dirty="0" sz="18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framework</a:t>
            </a:r>
            <a:r>
              <a:rPr dirty="0" sz="180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using 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normative</a:t>
            </a:r>
            <a:r>
              <a:rPr dirty="0" sz="180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25">
                <a:solidFill>
                  <a:srgbClr val="FFFFFF"/>
                </a:solidFill>
                <a:latin typeface="Arial"/>
                <a:cs typeface="Arial"/>
              </a:rPr>
              <a:t>temporal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logic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description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0">
                <a:solidFill>
                  <a:srgbClr val="FFFFFF"/>
                </a:solidFill>
                <a:latin typeface="Arial"/>
                <a:cs typeface="Arial"/>
              </a:rPr>
              <a:t>logic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75">
                <a:solidFill>
                  <a:srgbClr val="F2F2F2"/>
                </a:solidFill>
                <a:latin typeface="Arial"/>
                <a:cs typeface="Arial"/>
              </a:rPr>
              <a:t>for</a:t>
            </a:r>
            <a:r>
              <a:rPr dirty="0" sz="1800" spc="-5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compliance.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38931" y="4722672"/>
            <a:ext cx="2894965" cy="812800"/>
          </a:xfrm>
          <a:prstGeom prst="rect">
            <a:avLst/>
          </a:prstGeom>
        </p:spPr>
        <p:txBody>
          <a:bodyPr wrap="square" lIns="0" tIns="29209" rIns="0" bIns="0" rtlCol="0" vert="horz">
            <a:spAutoFit/>
          </a:bodyPr>
          <a:lstStyle/>
          <a:p>
            <a:pPr marL="12700" marR="5080" indent="635">
              <a:lnSpc>
                <a:spcPct val="93700"/>
              </a:lnSpc>
              <a:spcBef>
                <a:spcPts val="229"/>
              </a:spcBef>
            </a:pPr>
            <a:r>
              <a:rPr dirty="0" sz="1800" spc="-200">
                <a:solidFill>
                  <a:srgbClr val="FFFFFF"/>
                </a:solidFill>
                <a:latin typeface="Arial"/>
                <a:cs typeface="Arial"/>
              </a:rPr>
              <a:t>Review</a:t>
            </a:r>
            <a:r>
              <a:rPr dirty="0" sz="18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F2F2F2"/>
                </a:solidFill>
                <a:latin typeface="Arial"/>
                <a:cs typeface="Arial"/>
              </a:rPr>
              <a:t>of</a:t>
            </a:r>
            <a:r>
              <a:rPr dirty="0" sz="180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rule-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180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automated</a:t>
            </a:r>
            <a:r>
              <a:rPr dirty="0" sz="1800" spc="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compliance</a:t>
            </a:r>
            <a:r>
              <a:rPr dirty="0" sz="18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checking </a:t>
            </a:r>
            <a:r>
              <a:rPr dirty="0" sz="1800" spc="-55">
                <a:solidFill>
                  <a:srgbClr val="FFFFFF"/>
                </a:solidFill>
                <a:latin typeface="Arial"/>
                <a:cs typeface="Arial"/>
              </a:rPr>
              <a:t>approaches.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383797" y="4974108"/>
            <a:ext cx="663575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91820" algn="l"/>
              </a:tabLst>
            </a:pPr>
            <a:r>
              <a:rPr dirty="0" sz="1800" spc="-50">
                <a:solidFill>
                  <a:srgbClr val="B6DFC6"/>
                </a:solidFill>
                <a:latin typeface="Arial"/>
                <a:cs typeface="Arial"/>
              </a:rPr>
              <a:t>O</a:t>
            </a:r>
            <a:r>
              <a:rPr dirty="0" sz="1800">
                <a:solidFill>
                  <a:srgbClr val="B6DFC6"/>
                </a:solidFill>
                <a:latin typeface="Arial"/>
                <a:cs typeface="Arial"/>
              </a:rPr>
              <a:t>	</a:t>
            </a:r>
            <a:r>
              <a:rPr dirty="0" sz="1800" spc="5">
                <a:solidFill>
                  <a:srgbClr val="1A6E2F"/>
                </a:solidFill>
                <a:latin typeface="Arial"/>
                <a:cs typeface="Arial"/>
              </a:rPr>
              <a:t>‘</a:t>
            </a:r>
            <a:endParaRPr sz="1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021589" y="4711739"/>
            <a:ext cx="972185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114">
                <a:solidFill>
                  <a:srgbClr val="1A6E2F"/>
                </a:solidFill>
                <a:latin typeface="Arial"/>
                <a:cs typeface="Arial"/>
              </a:rPr>
              <a:t>pproach</a:t>
            </a:r>
            <a:endParaRPr sz="1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4597367" y="4711739"/>
            <a:ext cx="2465705" cy="823594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9685" marR="5080" indent="-7620">
              <a:lnSpc>
                <a:spcPts val="2070"/>
              </a:lnSpc>
              <a:spcBef>
                <a:spcPts val="235"/>
              </a:spcBef>
            </a:pP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Ontology-</a:t>
            </a:r>
            <a:r>
              <a:rPr dirty="0" sz="1800" spc="-12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1800" spc="-19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25">
                <a:solidFill>
                  <a:srgbClr val="FFFFFF"/>
                </a:solidFill>
                <a:latin typeface="Arial"/>
                <a:cs typeface="Arial"/>
              </a:rPr>
              <a:t>NLP</a:t>
            </a:r>
            <a:r>
              <a:rPr dirty="0" sz="18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logical</a:t>
            </a: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rule</a:t>
            </a:r>
            <a:r>
              <a:rPr dirty="0" sz="1800" spc="-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14">
                <a:solidFill>
                  <a:srgbClr val="FFFFFF"/>
                </a:solidFill>
                <a:latin typeface="Arial"/>
                <a:cs typeface="Arial"/>
              </a:rPr>
              <a:t>formalisation</a:t>
            </a:r>
            <a:r>
              <a:rPr dirty="0" sz="1800" spc="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FFFFFF"/>
                </a:solidFill>
                <a:latin typeface="Arial"/>
                <a:cs typeface="Arial"/>
              </a:rPr>
              <a:t>for </a:t>
            </a:r>
            <a:r>
              <a:rPr dirty="0" sz="1800" spc="-110">
                <a:solidFill>
                  <a:srgbClr val="FFFFFF"/>
                </a:solidFill>
                <a:latin typeface="Arial"/>
                <a:cs typeface="Arial"/>
              </a:rPr>
              <a:t>compliance</a:t>
            </a:r>
            <a:r>
              <a:rPr dirty="0" sz="1800" spc="-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checking.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25833" y="5794007"/>
            <a:ext cx="151765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155">
                <a:solidFill>
                  <a:srgbClr val="B6DDBD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84105" y="5794007"/>
            <a:ext cx="143637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254">
                <a:solidFill>
                  <a:srgbClr val="A8FBB5"/>
                </a:solidFill>
                <a:latin typeface="Arial"/>
                <a:cs typeface="Arial"/>
              </a:rPr>
              <a:t>Key</a:t>
            </a:r>
            <a:r>
              <a:rPr dirty="0" sz="1800" spc="-65">
                <a:solidFill>
                  <a:srgbClr val="A8FBB5"/>
                </a:solidFill>
                <a:latin typeface="Arial"/>
                <a:cs typeface="Arial"/>
              </a:rPr>
              <a:t> </a:t>
            </a:r>
            <a:r>
              <a:rPr dirty="0" sz="1800" spc="-114">
                <a:solidFill>
                  <a:srgbClr val="0C2D16"/>
                </a:solidFill>
                <a:latin typeface="Arial"/>
                <a:cs typeface="Arial"/>
              </a:rPr>
              <a:t>Contribution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056328" y="5783074"/>
            <a:ext cx="2977515" cy="823594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5875" marR="5080" indent="-3810">
              <a:lnSpc>
                <a:spcPts val="2070"/>
              </a:lnSpc>
              <a:spcBef>
                <a:spcPts val="235"/>
              </a:spcBef>
            </a:pP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Formal</a:t>
            </a:r>
            <a:r>
              <a:rPr dirty="0" sz="18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95">
                <a:solidFill>
                  <a:srgbClr val="FFFFFF"/>
                </a:solidFill>
                <a:latin typeface="Arial"/>
                <a:cs typeface="Arial"/>
              </a:rPr>
              <a:t>representation</a:t>
            </a:r>
            <a:r>
              <a:rPr dirty="0" sz="1800" spc="-1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DFDFDF"/>
                </a:solidFill>
                <a:latin typeface="Arial"/>
                <a:cs typeface="Arial"/>
              </a:rPr>
              <a:t>of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compliance</a:t>
            </a:r>
            <a:r>
              <a:rPr dirty="0" sz="18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20">
                <a:solidFill>
                  <a:srgbClr val="FFFFFF"/>
                </a:solidFill>
                <a:latin typeface="Arial"/>
                <a:cs typeface="Arial"/>
              </a:rPr>
              <a:t>rules</a:t>
            </a:r>
            <a:r>
              <a:rPr dirty="0" sz="18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8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60">
                <a:solidFill>
                  <a:srgbClr val="FFFFFF"/>
                </a:solidFill>
                <a:latin typeface="Arial"/>
                <a:cs typeface="Arial"/>
              </a:rPr>
              <a:t>verification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methods.</a:t>
            </a:r>
            <a:endParaRPr sz="18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707304" y="5794007"/>
            <a:ext cx="158115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105">
                <a:solidFill>
                  <a:srgbClr val="D8D8D8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334339" y="5794007"/>
            <a:ext cx="4443730" cy="8128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895"/>
              </a:lnSpc>
              <a:spcBef>
                <a:spcPts val="90"/>
              </a:spcBef>
            </a:pPr>
            <a:r>
              <a:rPr dirty="0" sz="1800" spc="-145">
                <a:solidFill>
                  <a:srgbClr val="AFFFB1"/>
                </a:solidFill>
                <a:latin typeface="Arial"/>
                <a:cs typeface="Arial"/>
              </a:rPr>
              <a:t>key</a:t>
            </a:r>
            <a:r>
              <a:rPr dirty="0" sz="1800" spc="-120">
                <a:solidFill>
                  <a:srgbClr val="AFFFB1"/>
                </a:solidFill>
                <a:latin typeface="Arial"/>
                <a:cs typeface="Arial"/>
              </a:rPr>
              <a:t> </a:t>
            </a:r>
            <a:r>
              <a:rPr dirty="0" sz="1800" spc="-150">
                <a:solidFill>
                  <a:srgbClr val="113F1D"/>
                </a:solidFill>
                <a:latin typeface="Arial"/>
                <a:cs typeface="Arial"/>
              </a:rPr>
              <a:t>Contr</a:t>
            </a:r>
            <a:r>
              <a:rPr dirty="0" sz="1800" spc="-80">
                <a:solidFill>
                  <a:srgbClr val="113F1D"/>
                </a:solidFill>
                <a:latin typeface="Arial"/>
                <a:cs typeface="Arial"/>
              </a:rPr>
              <a:t> </a:t>
            </a:r>
            <a:r>
              <a:rPr dirty="0" sz="1800" spc="-110">
                <a:solidFill>
                  <a:srgbClr val="002101"/>
                </a:solidFill>
                <a:latin typeface="Arial"/>
                <a:cs typeface="Arial"/>
              </a:rPr>
              <a:t>but</a:t>
            </a:r>
            <a:r>
              <a:rPr dirty="0" sz="1800" spc="-80">
                <a:solidFill>
                  <a:srgbClr val="002101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05280F"/>
                </a:solidFill>
                <a:latin typeface="Arial"/>
                <a:cs typeface="Arial"/>
              </a:rPr>
              <a:t>on</a:t>
            </a:r>
            <a:r>
              <a:rPr dirty="0" sz="1800" spc="160">
                <a:solidFill>
                  <a:srgbClr val="05280F"/>
                </a:solidFill>
                <a:latin typeface="Arial"/>
                <a:cs typeface="Arial"/>
              </a:rPr>
              <a:t> </a:t>
            </a:r>
            <a:r>
              <a:rPr dirty="0" baseline="3086" sz="2700" spc="-157">
                <a:solidFill>
                  <a:srgbClr val="FFFFFF"/>
                </a:solidFill>
                <a:latin typeface="Arial"/>
                <a:cs typeface="Arial"/>
              </a:rPr>
              <a:t>Identifies</a:t>
            </a:r>
            <a:r>
              <a:rPr dirty="0" baseline="3086" sz="2700" spc="-22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3086" sz="2700" spc="-202">
                <a:solidFill>
                  <a:srgbClr val="FFFFFF"/>
                </a:solidFill>
                <a:latin typeface="Arial"/>
                <a:cs typeface="Arial"/>
              </a:rPr>
              <a:t>methods,</a:t>
            </a:r>
            <a:r>
              <a:rPr dirty="0" baseline="3086" sz="27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baseline="3086" sz="2700" spc="-37">
                <a:solidFill>
                  <a:srgbClr val="FFFFFF"/>
                </a:solidFill>
                <a:latin typeface="Arial"/>
                <a:cs typeface="Arial"/>
              </a:rPr>
              <a:t>challenges</a:t>
            </a:r>
            <a:endParaRPr baseline="3086" sz="2700">
              <a:latin typeface="Arial"/>
              <a:cs typeface="Arial"/>
            </a:endParaRPr>
          </a:p>
          <a:p>
            <a:pPr marL="1537335">
              <a:lnSpc>
                <a:spcPts val="2235"/>
              </a:lnSpc>
            </a:pPr>
            <a:r>
              <a:rPr dirty="0" sz="2150" spc="-85">
                <a:solidFill>
                  <a:srgbClr val="FFFFFF"/>
                </a:solidFill>
                <a:latin typeface="Arial"/>
                <a:cs typeface="Arial"/>
              </a:rPr>
              <a:t>andfuuedirecnov+or</a:t>
            </a:r>
            <a:endParaRPr sz="2150">
              <a:latin typeface="Arial"/>
              <a:cs typeface="Arial"/>
            </a:endParaRPr>
          </a:p>
          <a:p>
            <a:pPr marL="1538605">
              <a:lnSpc>
                <a:spcPts val="2080"/>
              </a:lnSpc>
            </a:pP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automated</a:t>
            </a:r>
            <a:r>
              <a:rPr dirty="0" sz="1800" spc="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FFFFFF"/>
                </a:solidFill>
                <a:latin typeface="Arial"/>
                <a:cs typeface="Arial"/>
              </a:rPr>
              <a:t>compliance</a:t>
            </a:r>
            <a:r>
              <a:rPr dirty="0" sz="180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checking.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402928" y="5794007"/>
            <a:ext cx="20066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114">
                <a:solidFill>
                  <a:srgbClr val="B5DFBD"/>
                </a:solidFill>
                <a:latin typeface="Arial"/>
                <a:cs typeface="Arial"/>
              </a:rPr>
              <a:t>B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050265" y="5794007"/>
            <a:ext cx="32766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229">
                <a:solidFill>
                  <a:srgbClr val="60C169"/>
                </a:solidFill>
                <a:latin typeface="Arial"/>
                <a:cs typeface="Arial"/>
              </a:rPr>
              <a:t>Key</a:t>
            </a:r>
            <a:endParaRPr sz="18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651431" y="5783074"/>
            <a:ext cx="2891155" cy="823594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marL="12700" marR="5080">
              <a:lnSpc>
                <a:spcPts val="2070"/>
              </a:lnSpc>
              <a:spcBef>
                <a:spcPts val="235"/>
              </a:spcBef>
            </a:pPr>
            <a:r>
              <a:rPr dirty="0" sz="1800" spc="-160">
                <a:solidFill>
                  <a:srgbClr val="FFFFFF"/>
                </a:solidFill>
                <a:latin typeface="Arial"/>
                <a:cs typeface="Arial"/>
              </a:rPr>
              <a:t>Combines</a:t>
            </a:r>
            <a:r>
              <a:rPr dirty="0" sz="180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40">
                <a:solidFill>
                  <a:srgbClr val="FFFFFF"/>
                </a:solidFill>
                <a:latin typeface="Arial"/>
                <a:cs typeface="Arial"/>
              </a:rPr>
              <a:t>semantic</a:t>
            </a:r>
            <a:r>
              <a:rPr dirty="0" sz="1800" spc="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extraction </a:t>
            </a:r>
            <a:r>
              <a:rPr dirty="0" sz="1800" spc="-9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dirty="0" sz="1800" spc="-1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30">
                <a:solidFill>
                  <a:srgbClr val="FFFFFF"/>
                </a:solidFill>
                <a:latin typeface="Arial"/>
                <a:cs typeface="Arial"/>
              </a:rPr>
              <a:t>formal</a:t>
            </a:r>
            <a:r>
              <a:rPr dirty="0" sz="1800" spc="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50">
                <a:solidFill>
                  <a:srgbClr val="FFFFFF"/>
                </a:solidFill>
                <a:latin typeface="Arial"/>
                <a:cs typeface="Arial"/>
              </a:rPr>
              <a:t>reasoning</a:t>
            </a:r>
            <a:r>
              <a:rPr dirty="0" sz="180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8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5">
                <a:solidFill>
                  <a:srgbClr val="FFFFFF"/>
                </a:solidFill>
                <a:latin typeface="Arial"/>
                <a:cs typeface="Arial"/>
              </a:rPr>
              <a:t>improve </a:t>
            </a:r>
            <a:r>
              <a:rPr dirty="0" sz="1800" spc="-135">
                <a:solidFill>
                  <a:srgbClr val="FFFFFF"/>
                </a:solidFill>
                <a:latin typeface="Arial"/>
                <a:cs typeface="Arial"/>
              </a:rPr>
              <a:t>compliance</a:t>
            </a:r>
            <a:r>
              <a:rPr dirty="0" sz="1800" spc="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FFFFFF"/>
                </a:solidFill>
                <a:latin typeface="Arial"/>
                <a:cs typeface="Arial"/>
              </a:rPr>
              <a:t>checking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858" y="6723171"/>
            <a:ext cx="18267680" cy="1191895"/>
            <a:chOff x="4858" y="6723171"/>
            <a:chExt cx="18267680" cy="1191895"/>
          </a:xfrm>
        </p:grpSpPr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879426" y="6909015"/>
              <a:ext cx="470080" cy="42634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760897" y="6909015"/>
              <a:ext cx="470080" cy="42634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456523" y="6909015"/>
              <a:ext cx="459148" cy="426347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858" y="6723171"/>
              <a:ext cx="18267680" cy="1191895"/>
            </a:xfrm>
            <a:custGeom>
              <a:avLst/>
              <a:gdLst/>
              <a:ahLst/>
              <a:cxnLst/>
              <a:rect l="l" t="t" r="r" b="b"/>
              <a:pathLst>
                <a:path w="18267680" h="1191895">
                  <a:moveTo>
                    <a:pt x="18267539" y="1191586"/>
                  </a:moveTo>
                  <a:lnTo>
                    <a:pt x="0" y="1191586"/>
                  </a:lnTo>
                  <a:lnTo>
                    <a:pt x="0" y="0"/>
                  </a:lnTo>
                  <a:lnTo>
                    <a:pt x="18267539" y="0"/>
                  </a:lnTo>
                  <a:lnTo>
                    <a:pt x="18267539" y="1191586"/>
                  </a:lnTo>
                  <a:close/>
                </a:path>
              </a:pathLst>
            </a:custGeom>
            <a:solidFill>
              <a:srgbClr val="012D0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4858" y="6723171"/>
          <a:ext cx="18343880" cy="1190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43660"/>
                <a:gridCol w="1472565"/>
                <a:gridCol w="3602990"/>
                <a:gridCol w="802005"/>
                <a:gridCol w="1429384"/>
                <a:gridCol w="3415664"/>
                <a:gridCol w="852170"/>
                <a:gridCol w="1479549"/>
                <a:gridCol w="3872865"/>
              </a:tblGrid>
              <a:tr h="412750">
                <a:tc>
                  <a:txBody>
                    <a:bodyPr/>
                    <a:lstStyle/>
                    <a:p>
                      <a:pPr algn="r" marR="305435">
                        <a:lnSpc>
                          <a:spcPts val="2110"/>
                        </a:lnSpc>
                        <a:spcBef>
                          <a:spcPts val="1040"/>
                        </a:spcBef>
                      </a:pPr>
                      <a:r>
                        <a:rPr dirty="0" sz="1800" spc="-37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32080"/>
                </a:tc>
                <a:tc>
                  <a:txBody>
                    <a:bodyPr/>
                    <a:lstStyle/>
                    <a:p>
                      <a:pPr marL="202565">
                        <a:lnSpc>
                          <a:spcPts val="2110"/>
                        </a:lnSpc>
                        <a:spcBef>
                          <a:spcPts val="1040"/>
                        </a:spcBef>
                      </a:pPr>
                      <a:r>
                        <a:rPr dirty="0" sz="1800" spc="-90">
                          <a:solidFill>
                            <a:srgbClr val="62C66E"/>
                          </a:solidFill>
                          <a:latin typeface="Arial"/>
                          <a:cs typeface="Arial"/>
                        </a:rPr>
                        <a:t>Limitation</a:t>
                      </a:r>
                      <a:r>
                        <a:rPr dirty="0" sz="1800" spc="50">
                          <a:solidFill>
                            <a:srgbClr val="62C66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50">
                          <a:solidFill>
                            <a:srgbClr val="79D885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3208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 marL="259079">
                        <a:lnSpc>
                          <a:spcPts val="2110"/>
                        </a:lnSpc>
                        <a:spcBef>
                          <a:spcPts val="1040"/>
                        </a:spcBef>
                      </a:pPr>
                      <a:r>
                        <a:rPr dirty="0" sz="1800" spc="-16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Focuses</a:t>
                      </a:r>
                      <a:r>
                        <a:rPr dirty="0" sz="1800" spc="8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4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on</a:t>
                      </a:r>
                      <a:r>
                        <a:rPr dirty="0" sz="180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business-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process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3208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1290">
                        <a:lnSpc>
                          <a:spcPts val="1960"/>
                        </a:lnSpc>
                        <a:spcBef>
                          <a:spcPts val="1190"/>
                        </a:spcBef>
                      </a:pPr>
                      <a:r>
                        <a:rPr dirty="0" sz="1650" spc="-33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j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151130"/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ts val="1960"/>
                        </a:lnSpc>
                        <a:spcBef>
                          <a:spcPts val="1190"/>
                        </a:spcBef>
                      </a:pPr>
                      <a:r>
                        <a:rPr dirty="0" sz="1650" spc="-20">
                          <a:solidFill>
                            <a:srgbClr val="00280A"/>
                          </a:solidFill>
                          <a:latin typeface="Arial"/>
                          <a:cs typeface="Arial"/>
                        </a:rPr>
                        <a:t>Limitation</a:t>
                      </a:r>
                      <a:r>
                        <a:rPr dirty="0" sz="1650" spc="-40">
                          <a:solidFill>
                            <a:srgbClr val="00280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50">
                          <a:solidFill>
                            <a:srgbClr val="75BC7C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15113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 marL="221615">
                        <a:lnSpc>
                          <a:spcPts val="1960"/>
                        </a:lnSpc>
                        <a:spcBef>
                          <a:spcPts val="1190"/>
                        </a:spcBef>
                      </a:pPr>
                      <a:r>
                        <a:rPr dirty="0" sz="165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Highlights</a:t>
                      </a:r>
                      <a:r>
                        <a:rPr dirty="0" sz="1650" spc="3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difficulties</a:t>
                      </a:r>
                      <a:r>
                        <a:rPr dirty="0" sz="1650" spc="-4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15113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ts val="1960"/>
                        </a:lnSpc>
                        <a:spcBef>
                          <a:spcPts val="1190"/>
                        </a:spcBef>
                      </a:pPr>
                      <a:r>
                        <a:rPr dirty="0" sz="1650" spc="-20">
                          <a:solidFill>
                            <a:srgbClr val="23572F"/>
                          </a:solidFill>
                          <a:latin typeface="Arial"/>
                          <a:cs typeface="Arial"/>
                        </a:rPr>
                        <a:t>Limitation</a:t>
                      </a:r>
                      <a:r>
                        <a:rPr dirty="0" sz="1650" spc="-40">
                          <a:solidFill>
                            <a:srgbClr val="23572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50">
                          <a:solidFill>
                            <a:srgbClr val="2A703F"/>
                          </a:solidFill>
                          <a:latin typeface="Arial"/>
                          <a:cs typeface="Arial"/>
                        </a:rPr>
                        <a:t>/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15113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 marL="276860">
                        <a:lnSpc>
                          <a:spcPts val="1960"/>
                        </a:lnSpc>
                        <a:spcBef>
                          <a:spcPts val="1190"/>
                        </a:spcBef>
                      </a:pPr>
                      <a:r>
                        <a:rPr dirty="0" sz="1650" spc="-5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Strong</a:t>
                      </a:r>
                      <a:r>
                        <a:rPr dirty="0" sz="1650" spc="-5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in</a:t>
                      </a:r>
                      <a:r>
                        <a:rPr dirty="0" sz="1650" spc="-9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4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semantic</a:t>
                      </a:r>
                      <a:r>
                        <a:rPr dirty="0" sz="1650" spc="-3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understanding,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151130">
                    <a:solidFill>
                      <a:srgbClr val="012D0F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 algn="r" marR="194310">
                        <a:lnSpc>
                          <a:spcPts val="1964"/>
                        </a:lnSpc>
                      </a:pPr>
                      <a:r>
                        <a:rPr dirty="0" sz="1800" spc="-50">
                          <a:solidFill>
                            <a:srgbClr val="446750"/>
                          </a:solidFill>
                          <a:latin typeface="Arial"/>
                          <a:cs typeface="Arial"/>
                        </a:rPr>
                        <a:t>”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ts val="1964"/>
                        </a:lnSpc>
                      </a:pPr>
                      <a:r>
                        <a:rPr dirty="0" sz="1800" spc="-80">
                          <a:solidFill>
                            <a:srgbClr val="2F7236"/>
                          </a:solidFill>
                          <a:latin typeface="Arial"/>
                          <a:cs typeface="Arial"/>
                        </a:rPr>
                        <a:t>Relevance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 marL="258445">
                        <a:lnSpc>
                          <a:spcPts val="1964"/>
                        </a:lnSpc>
                      </a:pPr>
                      <a:r>
                        <a:rPr dirty="0" sz="1800" spc="-1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compliance,</a:t>
                      </a:r>
                      <a:r>
                        <a:rPr dirty="0" sz="1800" spc="10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7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800" spc="-3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9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research-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paper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00025">
                        <a:lnSpc>
                          <a:spcPts val="1900"/>
                        </a:lnSpc>
                      </a:pPr>
                      <a:r>
                        <a:rPr dirty="0" sz="1650" spc="-50">
                          <a:solidFill>
                            <a:srgbClr val="AACDA8"/>
                          </a:solidFill>
                          <a:latin typeface="Arial"/>
                          <a:cs typeface="Arial"/>
                        </a:rPr>
                        <a:t>”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ts val="1900"/>
                        </a:lnSpc>
                      </a:pPr>
                      <a:r>
                        <a:rPr dirty="0" sz="1650" spc="-10">
                          <a:solidFill>
                            <a:srgbClr val="B6EFA0"/>
                          </a:solidFill>
                          <a:latin typeface="Arial"/>
                          <a:cs typeface="Arial"/>
                        </a:rPr>
                        <a:t>Relevance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ts val="1960"/>
                        </a:lnSpc>
                        <a:spcBef>
                          <a:spcPts val="5"/>
                        </a:spcBef>
                      </a:pPr>
                      <a:r>
                        <a:rPr dirty="0" sz="1650" spc="-3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formalising</a:t>
                      </a:r>
                      <a:r>
                        <a:rPr dirty="0" sz="165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4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requirements</a:t>
                      </a:r>
                      <a:r>
                        <a:rPr dirty="0" sz="1650" spc="3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and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00025">
                        <a:lnSpc>
                          <a:spcPts val="1900"/>
                        </a:lnSpc>
                      </a:pPr>
                      <a:r>
                        <a:rPr dirty="0" sz="1650" spc="-50">
                          <a:solidFill>
                            <a:srgbClr val="496D57"/>
                          </a:solidFill>
                          <a:latin typeface="Arial"/>
                          <a:cs typeface="Arial"/>
                        </a:rPr>
                        <a:t>”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07645">
                        <a:lnSpc>
                          <a:spcPts val="1900"/>
                        </a:lnSpc>
                      </a:pPr>
                      <a:r>
                        <a:rPr dirty="0" sz="1650" spc="-10">
                          <a:solidFill>
                            <a:srgbClr val="001300"/>
                          </a:solidFill>
                          <a:latin typeface="Arial"/>
                          <a:cs typeface="Arial"/>
                        </a:rPr>
                        <a:t>Relevance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 marL="272415">
                        <a:lnSpc>
                          <a:spcPts val="1960"/>
                        </a:lnSpc>
                        <a:spcBef>
                          <a:spcPts val="5"/>
                        </a:spcBef>
                      </a:pPr>
                      <a:r>
                        <a:rPr dirty="0" sz="165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but</a:t>
                      </a:r>
                      <a:r>
                        <a:rPr dirty="0" sz="1650" spc="-3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3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domain-</a:t>
                      </a:r>
                      <a:r>
                        <a:rPr dirty="0" sz="1650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specific </a:t>
                      </a:r>
                      <a:r>
                        <a:rPr dirty="0" sz="1650" spc="-25">
                          <a:solidFill>
                            <a:srgbClr val="F2F2F2"/>
                          </a:solidFill>
                          <a:latin typeface="Arial"/>
                          <a:cs typeface="Arial"/>
                        </a:rPr>
                        <a:t>to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solidFill>
                      <a:srgbClr val="012D0F"/>
                    </a:solidFill>
                  </a:tcPr>
                </a:tc>
              </a:tr>
              <a:tr h="2622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 marL="259079">
                        <a:lnSpc>
                          <a:spcPts val="1964"/>
                        </a:lnSpc>
                      </a:pPr>
                      <a:r>
                        <a:rPr dirty="0" sz="1800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analysis.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 marL="224154">
                        <a:lnSpc>
                          <a:spcPts val="1960"/>
                        </a:lnSpc>
                        <a:spcBef>
                          <a:spcPts val="5"/>
                        </a:spcBef>
                      </a:pPr>
                      <a:r>
                        <a:rPr dirty="0" sz="1650" spc="-4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processing</a:t>
                      </a:r>
                      <a:r>
                        <a:rPr dirty="0" sz="1650" spc="-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3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normative</a:t>
                      </a:r>
                      <a:r>
                        <a:rPr dirty="0" sz="1650" spc="-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rules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 marL="273685">
                        <a:lnSpc>
                          <a:spcPts val="1960"/>
                        </a:lnSpc>
                        <a:spcBef>
                          <a:spcPts val="5"/>
                        </a:spcBef>
                      </a:pPr>
                      <a:r>
                        <a:rPr dirty="0" sz="1650" spc="-3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fire-</a:t>
                      </a:r>
                      <a:r>
                        <a:rPr dirty="0" sz="165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safety</a:t>
                      </a:r>
                      <a:r>
                        <a:rPr dirty="0" sz="1650" spc="-3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6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compliance,</a:t>
                      </a:r>
                      <a:r>
                        <a:rPr dirty="0" sz="1650" spc="-4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50" spc="-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not</a:t>
                      </a:r>
                      <a:endParaRPr sz="1650">
                        <a:latin typeface="Arial"/>
                        <a:cs typeface="Arial"/>
                      </a:endParaRPr>
                    </a:p>
                  </a:txBody>
                  <a:tcPr marL="0" marR="0" marB="0" marT="635">
                    <a:solidFill>
                      <a:srgbClr val="012D0F"/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 marL="229870">
                        <a:lnSpc>
                          <a:spcPts val="1900"/>
                        </a:lnSpc>
                      </a:pPr>
                      <a:r>
                        <a:rPr dirty="0" sz="1800" spc="-16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across</a:t>
                      </a:r>
                      <a:r>
                        <a:rPr dirty="0" sz="1800" spc="6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domains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  <a:tc>
                  <a:txBody>
                    <a:bodyPr/>
                    <a:lstStyle/>
                    <a:p>
                      <a:pPr marL="271780">
                        <a:lnSpc>
                          <a:spcPts val="1900"/>
                        </a:lnSpc>
                      </a:pPr>
                      <a:r>
                        <a:rPr dirty="0" sz="1800" spc="-114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research-</a:t>
                      </a:r>
                      <a:r>
                        <a:rPr dirty="0" sz="1800" spc="-125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paper</a:t>
                      </a:r>
                      <a:r>
                        <a:rPr dirty="0" sz="1800" spc="2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4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anaIys's.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solidFill>
                      <a:srgbClr val="012D0F"/>
                    </a:solidFill>
                  </a:tcPr>
                </a:tc>
              </a:tr>
            </a:tbl>
          </a:graphicData>
        </a:graphic>
      </p:graphicFrame>
      <p:grpSp>
        <p:nvGrpSpPr>
          <p:cNvPr id="43" name="object 43"/>
          <p:cNvGrpSpPr/>
          <p:nvPr/>
        </p:nvGrpSpPr>
        <p:grpSpPr>
          <a:xfrm>
            <a:off x="4858" y="8341105"/>
            <a:ext cx="18267680" cy="1760220"/>
            <a:chOff x="4858" y="8341105"/>
            <a:chExt cx="18267680" cy="1760220"/>
          </a:xfrm>
        </p:grpSpPr>
        <p:pic>
          <p:nvPicPr>
            <p:cNvPr id="44" name="object 4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77815" y="8690929"/>
              <a:ext cx="688722" cy="612191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18321" y="9335916"/>
              <a:ext cx="196777" cy="12025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972636" y="9652944"/>
              <a:ext cx="10932" cy="185843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858" y="8341105"/>
              <a:ext cx="18267680" cy="1760220"/>
            </a:xfrm>
            <a:custGeom>
              <a:avLst/>
              <a:gdLst/>
              <a:ahLst/>
              <a:cxnLst/>
              <a:rect l="l" t="t" r="r" b="b"/>
              <a:pathLst>
                <a:path w="18267680" h="1760220">
                  <a:moveTo>
                    <a:pt x="18267539" y="1760049"/>
                  </a:moveTo>
                  <a:lnTo>
                    <a:pt x="0" y="1760049"/>
                  </a:lnTo>
                  <a:lnTo>
                    <a:pt x="0" y="0"/>
                  </a:lnTo>
                  <a:lnTo>
                    <a:pt x="18267539" y="0"/>
                  </a:lnTo>
                  <a:lnTo>
                    <a:pt x="18267539" y="1760049"/>
                  </a:lnTo>
                  <a:close/>
                </a:path>
              </a:pathLst>
            </a:custGeom>
            <a:solidFill>
              <a:srgbClr val="012F0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2268883" y="8445689"/>
            <a:ext cx="14838680" cy="1409065"/>
          </a:xfrm>
          <a:prstGeom prst="rect">
            <a:avLst/>
          </a:prstGeom>
        </p:spPr>
        <p:txBody>
          <a:bodyPr wrap="square" lIns="0" tIns="58419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459"/>
              </a:spcBef>
            </a:pPr>
            <a:r>
              <a:rPr dirty="0" sz="1900" spc="-120">
                <a:solidFill>
                  <a:srgbClr val="85CA59"/>
                </a:solidFill>
                <a:latin typeface="Arial"/>
                <a:cs typeface="Arial"/>
              </a:rPr>
              <a:t>Key</a:t>
            </a:r>
            <a:r>
              <a:rPr dirty="0" sz="1900" spc="-15">
                <a:solidFill>
                  <a:srgbClr val="85CA59"/>
                </a:solidFill>
                <a:latin typeface="Arial"/>
                <a:cs typeface="Arial"/>
              </a:rPr>
              <a:t> </a:t>
            </a:r>
            <a:r>
              <a:rPr dirty="0" sz="1900" spc="-10">
                <a:solidFill>
                  <a:srgbClr val="80BC56"/>
                </a:solidFill>
                <a:latin typeface="Arial"/>
                <a:cs typeface="Arial"/>
              </a:rPr>
              <a:t>Takeaway</a:t>
            </a:r>
            <a:endParaRPr sz="1900">
              <a:latin typeface="Arial"/>
              <a:cs typeface="Arial"/>
            </a:endParaRPr>
          </a:p>
          <a:p>
            <a:pPr marL="12700" marR="5080" indent="8255">
              <a:lnSpc>
                <a:spcPct val="99800"/>
              </a:lnSpc>
              <a:spcBef>
                <a:spcPts val="400"/>
              </a:spcBef>
            </a:pPr>
            <a:r>
              <a:rPr dirty="0" sz="2150" spc="-114">
                <a:solidFill>
                  <a:srgbClr val="FFFFFF"/>
                </a:solidFill>
                <a:latin typeface="Arial"/>
                <a:cs typeface="Arial"/>
              </a:rPr>
              <a:t>Existing</a:t>
            </a:r>
            <a:r>
              <a:rPr dirty="0" sz="215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80">
                <a:solidFill>
                  <a:srgbClr val="FFFFFF"/>
                </a:solidFill>
                <a:latin typeface="Arial"/>
                <a:cs typeface="Arial"/>
              </a:rPr>
              <a:t>work</a:t>
            </a:r>
            <a:r>
              <a:rPr dirty="0" sz="215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14">
                <a:solidFill>
                  <a:srgbClr val="FFFFFF"/>
                </a:solidFill>
                <a:latin typeface="Arial"/>
                <a:cs typeface="Arial"/>
              </a:rPr>
              <a:t>demonstrates</a:t>
            </a:r>
            <a:r>
              <a:rPr dirty="0" sz="215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45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215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85">
                <a:solidFill>
                  <a:srgbClr val="FFFFFF"/>
                </a:solidFill>
                <a:latin typeface="Arial"/>
                <a:cs typeface="Arial"/>
              </a:rPr>
              <a:t>effectiveness</a:t>
            </a:r>
            <a:r>
              <a:rPr dirty="0" sz="21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21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80">
                <a:solidFill>
                  <a:srgbClr val="FFFFFF"/>
                </a:solidFill>
                <a:latin typeface="Arial"/>
                <a:cs typeface="Arial"/>
              </a:rPr>
              <a:t>formal</a:t>
            </a:r>
            <a:r>
              <a:rPr dirty="0" sz="21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30">
                <a:solidFill>
                  <a:srgbClr val="FFFFFF"/>
                </a:solidFill>
                <a:latin typeface="Arial"/>
                <a:cs typeface="Arial"/>
              </a:rPr>
              <a:t>rules,</a:t>
            </a:r>
            <a:r>
              <a:rPr dirty="0" sz="215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10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r>
              <a:rPr dirty="0" sz="215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80">
                <a:solidFill>
                  <a:srgbClr val="FFFFFF"/>
                </a:solidFill>
                <a:latin typeface="Arial"/>
                <a:cs typeface="Arial"/>
              </a:rPr>
              <a:t>representation</a:t>
            </a:r>
            <a:r>
              <a:rPr dirty="0" sz="2150" spc="-1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4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2150" spc="-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5">
                <a:solidFill>
                  <a:srgbClr val="FFFFFF"/>
                </a:solidFill>
                <a:latin typeface="Arial"/>
                <a:cs typeface="Arial"/>
              </a:rPr>
              <a:t>automated</a:t>
            </a:r>
            <a:r>
              <a:rPr dirty="0" sz="2150" spc="-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95">
                <a:solidFill>
                  <a:srgbClr val="FFFFFF"/>
                </a:solidFill>
                <a:latin typeface="Arial"/>
                <a:cs typeface="Arial"/>
              </a:rPr>
              <a:t>compliance</a:t>
            </a:r>
            <a:r>
              <a:rPr dirty="0" sz="2150" spc="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FFFFFF"/>
                </a:solidFill>
                <a:latin typeface="Arial"/>
                <a:cs typeface="Arial"/>
              </a:rPr>
              <a:t>checking. </a:t>
            </a:r>
            <a:r>
              <a:rPr dirty="0" sz="2150" spc="-135">
                <a:solidFill>
                  <a:srgbClr val="FFFFFF"/>
                </a:solidFill>
                <a:latin typeface="Arial"/>
                <a:cs typeface="Arial"/>
              </a:rPr>
              <a:t>However,</a:t>
            </a:r>
            <a:r>
              <a:rPr dirty="0" sz="21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95">
                <a:solidFill>
                  <a:srgbClr val="FFFFFF"/>
                </a:solidFill>
                <a:latin typeface="Arial"/>
                <a:cs typeface="Arial"/>
              </a:rPr>
              <a:t>there</a:t>
            </a:r>
            <a:r>
              <a:rPr dirty="0" sz="215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 spc="-95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215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A2607"/>
                </a:solidFill>
                <a:latin typeface="Arial"/>
                <a:cs typeface="Arial"/>
              </a:rPr>
              <a:t>limited</a:t>
            </a:r>
            <a:r>
              <a:rPr dirty="0" sz="2150" spc="-85">
                <a:solidFill>
                  <a:srgbClr val="0A2607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285621"/>
                </a:solidFill>
                <a:latin typeface="Arial"/>
                <a:cs typeface="Arial"/>
              </a:rPr>
              <a:t>integration</a:t>
            </a:r>
            <a:r>
              <a:rPr dirty="0" sz="2150" spc="40">
                <a:solidFill>
                  <a:srgbClr val="285621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C3413"/>
                </a:solidFill>
                <a:latin typeface="Arial"/>
                <a:cs typeface="Arial"/>
              </a:rPr>
              <a:t>of</a:t>
            </a:r>
            <a:r>
              <a:rPr dirty="0" sz="2150" spc="5">
                <a:solidFill>
                  <a:srgbClr val="0C3413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031C03"/>
                </a:solidFill>
                <a:latin typeface="Arial"/>
                <a:cs typeface="Arial"/>
              </a:rPr>
              <a:t>document</a:t>
            </a:r>
            <a:r>
              <a:rPr dirty="0" sz="2150" spc="200">
                <a:solidFill>
                  <a:srgbClr val="031C03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02A05"/>
                </a:solidFill>
                <a:latin typeface="Arial"/>
                <a:cs typeface="Arial"/>
              </a:rPr>
              <a:t>structure</a:t>
            </a:r>
            <a:r>
              <a:rPr dirty="0" sz="2150" spc="-50">
                <a:solidFill>
                  <a:srgbClr val="002A05"/>
                </a:solidFill>
                <a:latin typeface="Arial"/>
                <a:cs typeface="Arial"/>
              </a:rPr>
              <a:t> </a:t>
            </a:r>
            <a:r>
              <a:rPr dirty="0" sz="2150" spc="-60">
                <a:solidFill>
                  <a:srgbClr val="419046"/>
                </a:solidFill>
                <a:latin typeface="Arial"/>
                <a:cs typeface="Arial"/>
              </a:rPr>
              <a:t>analysis,</a:t>
            </a:r>
            <a:r>
              <a:rPr dirty="0" sz="2150" spc="-25">
                <a:solidFill>
                  <a:srgbClr val="419046"/>
                </a:solidFill>
                <a:latin typeface="Arial"/>
                <a:cs typeface="Arial"/>
              </a:rPr>
              <a:t> </a:t>
            </a:r>
            <a:r>
              <a:rPr dirty="0" sz="2150">
                <a:solidFill>
                  <a:srgbClr val="0C4218"/>
                </a:solidFill>
                <a:latin typeface="Arial"/>
                <a:cs typeface="Arial"/>
              </a:rPr>
              <a:t>logical</a:t>
            </a:r>
            <a:r>
              <a:rPr dirty="0" sz="2150" spc="-95">
                <a:solidFill>
                  <a:srgbClr val="0C4218"/>
                </a:solidFill>
                <a:latin typeface="Arial"/>
                <a:cs typeface="Arial"/>
              </a:rPr>
              <a:t> </a:t>
            </a:r>
            <a:r>
              <a:rPr dirty="0" sz="2150" spc="-50">
                <a:solidFill>
                  <a:srgbClr val="113815"/>
                </a:solidFill>
                <a:latin typeface="Arial"/>
                <a:cs typeface="Arial"/>
              </a:rPr>
              <a:t>reasoning, </a:t>
            </a:r>
            <a:r>
              <a:rPr dirty="0" sz="2150" spc="-30">
                <a:solidFill>
                  <a:srgbClr val="001F03"/>
                </a:solidFill>
                <a:latin typeface="Arial"/>
                <a:cs typeface="Arial"/>
              </a:rPr>
              <a:t>compliance</a:t>
            </a:r>
            <a:r>
              <a:rPr dirty="0" sz="2150" spc="85">
                <a:solidFill>
                  <a:srgbClr val="001F03"/>
                </a:solidFill>
                <a:latin typeface="Arial"/>
                <a:cs typeface="Arial"/>
              </a:rPr>
              <a:t> </a:t>
            </a:r>
            <a:r>
              <a:rPr dirty="0" sz="2150" spc="-20">
                <a:solidFill>
                  <a:srgbClr val="448934"/>
                </a:solidFill>
                <a:latin typeface="Arial"/>
                <a:cs typeface="Arial"/>
              </a:rPr>
              <a:t>checking</a:t>
            </a:r>
            <a:r>
              <a:rPr dirty="0" sz="2150" spc="10">
                <a:solidFill>
                  <a:srgbClr val="448934"/>
                </a:solidFill>
                <a:latin typeface="Arial"/>
                <a:cs typeface="Arial"/>
              </a:rPr>
              <a:t> </a:t>
            </a:r>
            <a:r>
              <a:rPr dirty="0" sz="2150" spc="-85">
                <a:solidFill>
                  <a:srgbClr val="286728"/>
                </a:solidFill>
                <a:latin typeface="Arial"/>
                <a:cs typeface="Arial"/>
              </a:rPr>
              <a:t>and</a:t>
            </a:r>
            <a:r>
              <a:rPr dirty="0" sz="2150" spc="-114">
                <a:solidFill>
                  <a:srgbClr val="286728"/>
                </a:solidFill>
                <a:latin typeface="Arial"/>
                <a:cs typeface="Arial"/>
              </a:rPr>
              <a:t> </a:t>
            </a:r>
            <a:r>
              <a:rPr dirty="0" sz="2150" spc="-10">
                <a:solidFill>
                  <a:srgbClr val="3B6728"/>
                </a:solidFill>
                <a:latin typeface="Arial"/>
                <a:cs typeface="Arial"/>
              </a:rPr>
              <a:t>improvement </a:t>
            </a:r>
            <a:r>
              <a:rPr dirty="0" sz="2250" spc="-105">
                <a:solidFill>
                  <a:srgbClr val="34501D"/>
                </a:solidFill>
                <a:latin typeface="Arial"/>
                <a:cs typeface="Arial"/>
              </a:rPr>
              <a:t>planning</a:t>
            </a:r>
            <a:r>
              <a:rPr dirty="0" sz="2250" spc="-5">
                <a:solidFill>
                  <a:srgbClr val="34501D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264D1F"/>
                </a:solidFill>
                <a:latin typeface="Arial"/>
                <a:cs typeface="Arial"/>
              </a:rPr>
              <a:t>for</a:t>
            </a:r>
            <a:r>
              <a:rPr dirty="0" sz="2250" spc="-10">
                <a:solidFill>
                  <a:srgbClr val="264D1F"/>
                </a:solidFill>
                <a:latin typeface="Arial"/>
                <a:cs typeface="Arial"/>
              </a:rPr>
              <a:t> </a:t>
            </a:r>
            <a:r>
              <a:rPr dirty="0" sz="2250" spc="-120">
                <a:solidFill>
                  <a:srgbClr val="031C0A"/>
                </a:solidFill>
                <a:latin typeface="Arial"/>
                <a:cs typeface="Arial"/>
              </a:rPr>
              <a:t>research</a:t>
            </a:r>
            <a:r>
              <a:rPr dirty="0" sz="2250" spc="-55">
                <a:solidFill>
                  <a:srgbClr val="031C0A"/>
                </a:solidFill>
                <a:latin typeface="Arial"/>
                <a:cs typeface="Arial"/>
              </a:rPr>
              <a:t> </a:t>
            </a:r>
            <a:r>
              <a:rPr dirty="0" sz="2250" spc="-120">
                <a:solidFill>
                  <a:srgbClr val="89A074"/>
                </a:solidFill>
                <a:latin typeface="Arial"/>
                <a:cs typeface="Arial"/>
              </a:rPr>
              <a:t>papers,</a:t>
            </a:r>
            <a:r>
              <a:rPr dirty="0" sz="2250" spc="5">
                <a:solidFill>
                  <a:srgbClr val="89A074"/>
                </a:solidFill>
                <a:latin typeface="Arial"/>
                <a:cs typeface="Arial"/>
              </a:rPr>
              <a:t> </a:t>
            </a:r>
            <a:r>
              <a:rPr dirty="0" sz="2250" spc="-185">
                <a:solidFill>
                  <a:srgbClr val="FFFFFF"/>
                </a:solidFill>
                <a:latin typeface="Arial"/>
                <a:cs typeface="Arial"/>
              </a:rPr>
              <a:t>which</a:t>
            </a:r>
            <a:r>
              <a:rPr dirty="0" sz="22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55">
                <a:solidFill>
                  <a:srgbClr val="FFFFFF"/>
                </a:solidFill>
                <a:latin typeface="Arial"/>
                <a:cs typeface="Arial"/>
              </a:rPr>
              <a:t>Paperlntel</a:t>
            </a:r>
            <a:r>
              <a:rPr dirty="0" sz="2250" spc="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240">
                <a:solidFill>
                  <a:srgbClr val="FFFFFF"/>
                </a:solidFill>
                <a:latin typeface="Arial"/>
                <a:cs typeface="Arial"/>
              </a:rPr>
              <a:t>AI</a:t>
            </a:r>
            <a:r>
              <a:rPr dirty="0" sz="2250" spc="-1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220">
                <a:solidFill>
                  <a:srgbClr val="FFFFFF"/>
                </a:solidFill>
                <a:latin typeface="Arial"/>
                <a:cs typeface="Arial"/>
              </a:rPr>
              <a:t>aims</a:t>
            </a:r>
            <a:r>
              <a:rPr dirty="0" sz="225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05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2250" spc="-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50" spc="-10">
                <a:solidFill>
                  <a:srgbClr val="FFFFFF"/>
                </a:solidFill>
                <a:latin typeface="Arial"/>
                <a:cs typeface="Arial"/>
              </a:rPr>
              <a:t>address.</a:t>
            </a:r>
            <a:endParaRPr sz="22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3895"/>
            <a:ext cx="18287999" cy="10223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0" y="207707"/>
            <a:ext cx="18267680" cy="995044"/>
            <a:chOff x="0" y="207707"/>
            <a:chExt cx="18267680" cy="99504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256038" y="852695"/>
              <a:ext cx="1475833" cy="13118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07707"/>
              <a:ext cx="18267680" cy="995044"/>
            </a:xfrm>
            <a:custGeom>
              <a:avLst/>
              <a:gdLst/>
              <a:ahLst/>
              <a:cxnLst/>
              <a:rect l="l" t="t" r="r" b="b"/>
              <a:pathLst>
                <a:path w="18267680" h="995044">
                  <a:moveTo>
                    <a:pt x="18267539" y="994810"/>
                  </a:moveTo>
                  <a:lnTo>
                    <a:pt x="0" y="994810"/>
                  </a:lnTo>
                  <a:lnTo>
                    <a:pt x="0" y="0"/>
                  </a:lnTo>
                  <a:lnTo>
                    <a:pt x="18267539" y="0"/>
                  </a:lnTo>
                  <a:lnTo>
                    <a:pt x="18267539" y="994810"/>
                  </a:lnTo>
                  <a:close/>
                </a:path>
              </a:pathLst>
            </a:custGeom>
            <a:solidFill>
              <a:srgbClr val="000F0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676168" y="155530"/>
            <a:ext cx="3117850" cy="6635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4150" spc="-420">
                <a:latin typeface="Arial Black"/>
                <a:cs typeface="Arial Black"/>
              </a:rPr>
              <a:t>Paperlntel</a:t>
            </a:r>
            <a:r>
              <a:rPr dirty="0" sz="4150" spc="-190">
                <a:latin typeface="Arial Black"/>
                <a:cs typeface="Arial Black"/>
              </a:rPr>
              <a:t> </a:t>
            </a:r>
            <a:r>
              <a:rPr dirty="0" sz="4150" spc="-525">
                <a:solidFill>
                  <a:srgbClr val="82F69C"/>
                </a:solidFill>
                <a:latin typeface="Arial Black"/>
                <a:cs typeface="Arial Black"/>
              </a:rPr>
              <a:t>AI</a:t>
            </a:r>
            <a:endParaRPr sz="4150">
              <a:latin typeface="Arial Black"/>
              <a:cs typeface="Arial Black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842930" y="295825"/>
            <a:ext cx="916305" cy="3898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00">
                <a:solidFill>
                  <a:srgbClr val="184D28"/>
                </a:solidFill>
                <a:latin typeface="Arial"/>
                <a:cs typeface="Arial"/>
              </a:rPr>
              <a:t>05</a:t>
            </a:r>
            <a:r>
              <a:rPr dirty="0" sz="2400" spc="-45">
                <a:solidFill>
                  <a:srgbClr val="184D28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C8C8C8"/>
                </a:solidFill>
                <a:latin typeface="Arial"/>
                <a:cs typeface="Arial"/>
              </a:rPr>
              <a:t>/</a:t>
            </a:r>
            <a:r>
              <a:rPr dirty="0" sz="2400" spc="-10">
                <a:solidFill>
                  <a:srgbClr val="C8C8C8"/>
                </a:solidFill>
                <a:latin typeface="Arial"/>
                <a:cs typeface="Arial"/>
              </a:rPr>
              <a:t> </a:t>
            </a:r>
            <a:r>
              <a:rPr dirty="0" sz="2400" spc="-120">
                <a:solidFill>
                  <a:srgbClr val="80829A"/>
                </a:solidFill>
                <a:latin typeface="Arial"/>
                <a:cs typeface="Arial"/>
              </a:rPr>
              <a:t>07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0456" y="747680"/>
            <a:ext cx="5770880" cy="2806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50">
                <a:solidFill>
                  <a:srgbClr val="FFFFFF"/>
                </a:solidFill>
                <a:latin typeface="Arial"/>
                <a:cs typeface="Arial"/>
              </a:rPr>
              <a:t>intelligent</a:t>
            </a:r>
            <a:r>
              <a:rPr dirty="0" sz="1650" spc="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55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dirty="0" sz="16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Arial"/>
                <a:cs typeface="Arial"/>
              </a:rPr>
              <a:t>Paper</a:t>
            </a:r>
            <a:r>
              <a:rPr dirty="0" sz="165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45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dirty="0" sz="165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650" spc="-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Improvement</a:t>
            </a:r>
            <a:r>
              <a:rPr dirty="0" sz="1650" spc="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"/>
                <a:cs typeface="Arial"/>
              </a:rPr>
              <a:t>Assistant</a:t>
            </a:r>
            <a:endParaRPr sz="165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1672593"/>
            <a:ext cx="18267680" cy="885825"/>
          </a:xfrm>
          <a:custGeom>
            <a:avLst/>
            <a:gdLst/>
            <a:ahLst/>
            <a:cxnLst/>
            <a:rect l="l" t="t" r="r" b="b"/>
            <a:pathLst>
              <a:path w="18267680" h="885825">
                <a:moveTo>
                  <a:pt x="18267539" y="885490"/>
                </a:moveTo>
                <a:lnTo>
                  <a:pt x="0" y="885490"/>
                </a:lnTo>
                <a:lnTo>
                  <a:pt x="0" y="0"/>
                </a:lnTo>
                <a:lnTo>
                  <a:pt x="18267539" y="0"/>
                </a:lnTo>
                <a:lnTo>
                  <a:pt x="18267539" y="885490"/>
                </a:lnTo>
                <a:close/>
              </a:path>
            </a:pathLst>
          </a:custGeom>
          <a:solidFill>
            <a:srgbClr val="000F0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2142875" y="1402385"/>
            <a:ext cx="14598650" cy="10826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900" spc="-894">
                <a:solidFill>
                  <a:srgbClr val="FFFFFF"/>
                </a:solidFill>
                <a:latin typeface="Arial Black"/>
                <a:cs typeface="Arial Black"/>
              </a:rPr>
              <a:t>Proposed</a:t>
            </a:r>
            <a:r>
              <a:rPr dirty="0" sz="6900" spc="-29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6900" spc="-944">
                <a:solidFill>
                  <a:srgbClr val="FFFFFF"/>
                </a:solidFill>
                <a:latin typeface="Arial Black"/>
                <a:cs typeface="Arial Black"/>
              </a:rPr>
              <a:t>Solution</a:t>
            </a:r>
            <a:r>
              <a:rPr dirty="0" sz="6900" spc="-49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6900" spc="-1660">
                <a:solidFill>
                  <a:srgbClr val="FFFFFF"/>
                </a:solidFill>
                <a:latin typeface="Arial Black"/>
                <a:cs typeface="Arial Black"/>
              </a:rPr>
              <a:t>&amp;</a:t>
            </a:r>
            <a:r>
              <a:rPr dirty="0" sz="6900" spc="-655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sz="6900" spc="-969">
                <a:solidFill>
                  <a:srgbClr val="42F785"/>
                </a:solidFill>
                <a:latin typeface="Arial Black"/>
                <a:cs typeface="Arial Black"/>
              </a:rPr>
              <a:t>Technology</a:t>
            </a:r>
            <a:r>
              <a:rPr dirty="0" sz="6900" spc="-75">
                <a:solidFill>
                  <a:srgbClr val="42F785"/>
                </a:solidFill>
                <a:latin typeface="Arial Black"/>
                <a:cs typeface="Arial Black"/>
              </a:rPr>
              <a:t> </a:t>
            </a:r>
            <a:r>
              <a:rPr dirty="0" sz="6900" spc="-1115">
                <a:solidFill>
                  <a:srgbClr val="41F987"/>
                </a:solidFill>
                <a:latin typeface="Arial Black"/>
                <a:cs typeface="Arial Black"/>
              </a:rPr>
              <a:t>Stack</a:t>
            </a:r>
            <a:endParaRPr sz="6900">
              <a:latin typeface="Arial Black"/>
              <a:cs typeface="Arial Black"/>
            </a:endParaRPr>
          </a:p>
        </p:txBody>
      </p:sp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678337"/>
            <a:ext cx="18278475" cy="5138033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039123" y="5378537"/>
            <a:ext cx="601345" cy="667385"/>
            <a:chOff x="3039123" y="5378537"/>
            <a:chExt cx="601345" cy="667385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0056" y="5389469"/>
              <a:ext cx="579401" cy="6449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9123" y="5378537"/>
              <a:ext cx="601265" cy="666851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0" y="7925689"/>
            <a:ext cx="18267680" cy="1935480"/>
            <a:chOff x="0" y="7925689"/>
            <a:chExt cx="18267680" cy="1935480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88722" y="8745589"/>
              <a:ext cx="491944" cy="62312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57420" y="8745589"/>
              <a:ext cx="491944" cy="62312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47982" y="8756521"/>
              <a:ext cx="590333" cy="60125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70080" y="8516017"/>
              <a:ext cx="983889" cy="54659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83885" y="8745589"/>
              <a:ext cx="557537" cy="36075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932101" y="8975160"/>
              <a:ext cx="98388" cy="39355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53969" y="9259392"/>
              <a:ext cx="1869389" cy="16397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287107" y="8526949"/>
              <a:ext cx="98388" cy="10931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483885" y="8745589"/>
              <a:ext cx="557537" cy="36075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932101" y="8975160"/>
              <a:ext cx="98388" cy="39355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249132" y="9259392"/>
              <a:ext cx="1967778" cy="17491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0080" y="9018889"/>
              <a:ext cx="819907" cy="57939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483885" y="9106345"/>
              <a:ext cx="393555" cy="26236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0" y="7925689"/>
              <a:ext cx="18267680" cy="1935480"/>
            </a:xfrm>
            <a:custGeom>
              <a:avLst/>
              <a:gdLst/>
              <a:ahLst/>
              <a:cxnLst/>
              <a:rect l="l" t="t" r="r" b="b"/>
              <a:pathLst>
                <a:path w="18267680" h="1935479">
                  <a:moveTo>
                    <a:pt x="18267539" y="1934961"/>
                  </a:moveTo>
                  <a:lnTo>
                    <a:pt x="0" y="1934961"/>
                  </a:lnTo>
                  <a:lnTo>
                    <a:pt x="0" y="0"/>
                  </a:lnTo>
                  <a:lnTo>
                    <a:pt x="18267539" y="0"/>
                  </a:lnTo>
                  <a:lnTo>
                    <a:pt x="18267539" y="1934961"/>
                  </a:lnTo>
                  <a:close/>
                </a:path>
              </a:pathLst>
            </a:custGeom>
            <a:solidFill>
              <a:srgbClr val="00210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983966" y="8022309"/>
            <a:ext cx="47752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40">
                <a:solidFill>
                  <a:srgbClr val="B1FFA5"/>
                </a:solidFill>
                <a:latin typeface="Arial"/>
                <a:cs typeface="Arial"/>
              </a:rPr>
              <a:t>Key</a:t>
            </a:r>
            <a:endParaRPr sz="21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558720" y="8249453"/>
            <a:ext cx="1075690" cy="3175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190">
                <a:solidFill>
                  <a:srgbClr val="FFFFFF"/>
                </a:solidFill>
                <a:latin typeface="Arial"/>
                <a:cs typeface="Arial"/>
              </a:rPr>
              <a:t>Visualization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110979" y="8249453"/>
            <a:ext cx="661670" cy="3175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195">
                <a:solidFill>
                  <a:srgbClr val="FFFFFF"/>
                </a:solidFill>
                <a:latin typeface="Arial"/>
                <a:cs typeface="Arial"/>
              </a:rPr>
              <a:t>Chart.js</a:t>
            </a:r>
            <a:endParaRPr sz="19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37787" y="8534697"/>
            <a:ext cx="1685925" cy="67564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5875">
              <a:lnSpc>
                <a:spcPct val="100000"/>
              </a:lnSpc>
              <a:spcBef>
                <a:spcPts val="869"/>
              </a:spcBef>
            </a:pPr>
            <a:r>
              <a:rPr dirty="0" sz="1650" spc="-80">
                <a:solidFill>
                  <a:srgbClr val="A5CD70"/>
                </a:solidFill>
                <a:latin typeface="Arial"/>
                <a:cs typeface="Arial"/>
              </a:rPr>
              <a:t>Automated</a:t>
            </a:r>
            <a:r>
              <a:rPr dirty="0" sz="1650" spc="-35">
                <a:solidFill>
                  <a:srgbClr val="A5CD70"/>
                </a:solidFill>
                <a:latin typeface="Arial"/>
                <a:cs typeface="Arial"/>
              </a:rPr>
              <a:t> </a:t>
            </a:r>
            <a:r>
              <a:rPr dirty="0" sz="1650" spc="-95">
                <a:solidFill>
                  <a:srgbClr val="2F661A"/>
                </a:solidFill>
                <a:latin typeface="Arial"/>
                <a:cs typeface="Arial"/>
              </a:rPr>
              <a:t>Analysis</a:t>
            </a: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400" spc="-35">
                <a:solidFill>
                  <a:srgbClr val="FFFFFF"/>
                </a:solidFill>
                <a:latin typeface="Arial"/>
                <a:cs typeface="Arial"/>
              </a:rPr>
              <a:t>Extracts</a:t>
            </a:r>
            <a:r>
              <a:rPr dirty="0" sz="14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40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analyses</a:t>
            </a:r>
            <a:endParaRPr sz="1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645475" y="8553372"/>
            <a:ext cx="2101215" cy="872490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dirty="0" sz="1550" spc="-40">
                <a:solidFill>
                  <a:srgbClr val="5E8A44"/>
                </a:solidFill>
                <a:latin typeface="Arial"/>
                <a:cs typeface="Arial"/>
              </a:rPr>
              <a:t>Compliance</a:t>
            </a:r>
            <a:r>
              <a:rPr dirty="0" sz="1550" spc="-30">
                <a:solidFill>
                  <a:srgbClr val="5E8A44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032811"/>
                </a:solidFill>
                <a:latin typeface="Arial"/>
                <a:cs typeface="Arial"/>
              </a:rPr>
              <a:t>Checking</a:t>
            </a:r>
            <a:endParaRPr sz="155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700"/>
              </a:spcBef>
            </a:pPr>
            <a:r>
              <a:rPr dirty="0" sz="1400" spc="-80">
                <a:solidFill>
                  <a:srgbClr val="FFFFFF"/>
                </a:solidFill>
                <a:latin typeface="Arial"/>
                <a:cs typeface="Arial"/>
              </a:rPr>
              <a:t>Validate</a:t>
            </a:r>
            <a:r>
              <a:rPr dirty="0" sz="1400" spc="-20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25">
                <a:solidFill>
                  <a:srgbClr val="DBDBDB"/>
                </a:solidFill>
                <a:latin typeface="Arial"/>
                <a:cs typeface="Arial"/>
              </a:rPr>
              <a:t>s</a:t>
            </a:r>
            <a:r>
              <a:rPr dirty="0" sz="1400" spc="60">
                <a:solidFill>
                  <a:srgbClr val="DBDBDB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Arial"/>
                <a:cs typeface="Arial"/>
              </a:rPr>
              <a:t>against</a:t>
            </a:r>
            <a:r>
              <a:rPr dirty="0" sz="140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formal</a:t>
            </a:r>
            <a:endParaRPr sz="140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140"/>
              </a:spcBef>
            </a:pP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guidelines</a:t>
            </a:r>
            <a:r>
              <a:rPr dirty="0" sz="1300" spc="-2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dirty="0" sz="1300" spc="-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rules</a:t>
            </a:r>
            <a:r>
              <a:rPr dirty="0" sz="1300" spc="-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3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65">
                <a:solidFill>
                  <a:srgbClr val="EFEFEF"/>
                </a:solidFill>
                <a:latin typeface="Arial"/>
                <a:cs typeface="Arial"/>
              </a:rPr>
              <a:t>C'2P</a:t>
            </a:r>
            <a:endParaRPr sz="13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199471" y="8966105"/>
            <a:ext cx="7810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-</a:t>
            </a:r>
            <a:endParaRPr sz="1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004328" y="8534697"/>
            <a:ext cx="1941195" cy="908050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869"/>
              </a:spcBef>
            </a:pPr>
            <a:r>
              <a:rPr dirty="0" sz="1650" spc="-95">
                <a:solidFill>
                  <a:srgbClr val="F0FDA1"/>
                </a:solidFill>
                <a:latin typeface="Arial"/>
                <a:cs typeface="Arial"/>
              </a:rPr>
              <a:t>Explainable</a:t>
            </a:r>
            <a:r>
              <a:rPr dirty="0" sz="1650" spc="-10">
                <a:solidFill>
                  <a:srgbClr val="F0FDA1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386728"/>
                </a:solidFill>
                <a:latin typeface="Arial"/>
                <a:cs typeface="Arial"/>
              </a:rPr>
              <a:t>Results</a:t>
            </a:r>
            <a:endParaRPr sz="1650">
              <a:latin typeface="Arial"/>
              <a:cs typeface="Arial"/>
            </a:endParaRPr>
          </a:p>
          <a:p>
            <a:pPr marL="16510">
              <a:lnSpc>
                <a:spcPts val="1670"/>
              </a:lnSpc>
              <a:spcBef>
                <a:spcPts val="680"/>
              </a:spcBef>
            </a:pPr>
            <a:r>
              <a:rPr dirty="0" sz="1400" spc="-65">
                <a:solidFill>
                  <a:srgbClr val="FFFFFF"/>
                </a:solidFill>
                <a:latin typeface="Arial"/>
                <a:cs typeface="Arial"/>
              </a:rPr>
              <a:t>Provides</a:t>
            </a:r>
            <a:r>
              <a:rPr dirty="0" sz="14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45">
                <a:solidFill>
                  <a:srgbClr val="FFFFFF"/>
                </a:solidFill>
                <a:latin typeface="Arial"/>
                <a:cs typeface="Arial"/>
              </a:rPr>
              <a:t>reasoning</a:t>
            </a:r>
            <a:r>
              <a:rPr dirty="0" sz="14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Arial"/>
                <a:cs typeface="Arial"/>
              </a:rPr>
              <a:t>traces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850"/>
              </a:lnSpc>
            </a:pPr>
            <a:r>
              <a:rPr dirty="0" sz="1550" spc="-125">
                <a:solidFill>
                  <a:srgbClr val="F0F0F0"/>
                </a:solidFill>
                <a:latin typeface="Arial"/>
                <a:cs typeface="Arial"/>
              </a:rPr>
              <a:t>and</a:t>
            </a:r>
            <a:r>
              <a:rPr dirty="0" sz="1550" spc="-110">
                <a:solidFill>
                  <a:srgbClr val="F0F0F0"/>
                </a:solidFill>
                <a:latin typeface="Arial"/>
                <a:cs typeface="Arial"/>
              </a:rPr>
              <a:t> </a:t>
            </a:r>
            <a:r>
              <a:rPr dirty="0" sz="1550" spc="-110">
                <a:solidFill>
                  <a:srgbClr val="FFFFFF"/>
                </a:solidFill>
                <a:latin typeface="Arial"/>
                <a:cs typeface="Arial"/>
              </a:rPr>
              <a:t>clear</a:t>
            </a:r>
            <a:r>
              <a:rPr dirty="0" sz="155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45">
                <a:solidFill>
                  <a:srgbClr val="FFFFFF"/>
                </a:solidFill>
                <a:latin typeface="Arial"/>
                <a:cs typeface="Arial"/>
              </a:rPr>
              <a:t>explanations</a:t>
            </a:r>
            <a:endParaRPr sz="15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216606" y="8511010"/>
            <a:ext cx="1838960" cy="699135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69"/>
              </a:spcBef>
            </a:pPr>
            <a:r>
              <a:rPr dirty="0" sz="1650" spc="-120">
                <a:solidFill>
                  <a:srgbClr val="031F05"/>
                </a:solidFill>
                <a:latin typeface="Arial"/>
                <a:cs typeface="Arial"/>
              </a:rPr>
              <a:t>Improvement</a:t>
            </a:r>
            <a:r>
              <a:rPr dirty="0" sz="1650" spc="-20">
                <a:solidFill>
                  <a:srgbClr val="031F05"/>
                </a:solidFill>
                <a:latin typeface="Arial"/>
                <a:cs typeface="Arial"/>
              </a:rPr>
              <a:t> </a:t>
            </a:r>
            <a:r>
              <a:rPr dirty="0" sz="1650" spc="-105">
                <a:solidFill>
                  <a:srgbClr val="001C08"/>
                </a:solidFill>
                <a:latin typeface="Arial"/>
                <a:cs typeface="Arial"/>
              </a:rPr>
              <a:t>Planning</a:t>
            </a:r>
            <a:endParaRPr sz="1650">
              <a:latin typeface="Arial"/>
              <a:cs typeface="Arial"/>
            </a:endParaRPr>
          </a:p>
          <a:p>
            <a:pPr marL="13335">
              <a:lnSpc>
                <a:spcPct val="100000"/>
              </a:lnSpc>
              <a:spcBef>
                <a:spcPts val="765"/>
              </a:spcBef>
            </a:pPr>
            <a:r>
              <a:rPr dirty="0" sz="1400" spc="-65">
                <a:solidFill>
                  <a:srgbClr val="F4F4F4"/>
                </a:solidFill>
                <a:latin typeface="Arial"/>
                <a:cs typeface="Arial"/>
              </a:rPr>
              <a:t>Suggests</a:t>
            </a:r>
            <a:r>
              <a:rPr dirty="0" sz="1400" spc="-25">
                <a:solidFill>
                  <a:srgbClr val="F4F4F4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actionable</a:t>
            </a:r>
            <a:endParaRPr sz="14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4056118" y="8391568"/>
            <a:ext cx="160020" cy="3175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00" spc="-55">
                <a:solidFill>
                  <a:srgbClr val="909AF9"/>
                </a:solidFill>
                <a:latin typeface="Arial"/>
                <a:cs typeface="Arial"/>
              </a:rPr>
              <a:t>I</a:t>
            </a:r>
            <a:r>
              <a:rPr dirty="0" sz="1900" spc="-240">
                <a:solidFill>
                  <a:srgbClr val="909AF9"/>
                </a:solidFill>
                <a:latin typeface="Arial"/>
                <a:cs typeface="Arial"/>
              </a:rPr>
              <a:t> </a:t>
            </a:r>
            <a:r>
              <a:rPr dirty="0" sz="1900" spc="-180">
                <a:solidFill>
                  <a:srgbClr val="7282F9"/>
                </a:solidFill>
                <a:latin typeface="Arial"/>
                <a:cs typeface="Arial"/>
              </a:rPr>
              <a:t>I</a:t>
            </a:r>
            <a:endParaRPr sz="19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3686815" y="8618711"/>
            <a:ext cx="102870" cy="2806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650" spc="-365">
                <a:solidFill>
                  <a:srgbClr val="217C3D"/>
                </a:solidFill>
                <a:latin typeface="Arial"/>
                <a:cs typeface="Arial"/>
              </a:rPr>
              <a:t>?</a:t>
            </a:r>
            <a:endParaRPr sz="1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45102" y="841763"/>
            <a:ext cx="1486766" cy="142115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0" y="207707"/>
            <a:ext cx="18267680" cy="995044"/>
            <a:chOff x="0" y="207707"/>
            <a:chExt cx="18267680" cy="995044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654" y="240503"/>
              <a:ext cx="6777903" cy="77617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207707"/>
              <a:ext cx="18267680" cy="995044"/>
            </a:xfrm>
            <a:custGeom>
              <a:avLst/>
              <a:gdLst/>
              <a:ahLst/>
              <a:cxnLst/>
              <a:rect l="l" t="t" r="r" b="b"/>
              <a:pathLst>
                <a:path w="18267680" h="995044">
                  <a:moveTo>
                    <a:pt x="18267539" y="994810"/>
                  </a:moveTo>
                  <a:lnTo>
                    <a:pt x="0" y="994810"/>
                  </a:lnTo>
                  <a:lnTo>
                    <a:pt x="0" y="0"/>
                  </a:lnTo>
                  <a:lnTo>
                    <a:pt x="18267539" y="0"/>
                  </a:lnTo>
                  <a:lnTo>
                    <a:pt x="18267539" y="994810"/>
                  </a:lnTo>
                  <a:close/>
                </a:path>
              </a:pathLst>
            </a:custGeom>
            <a:solidFill>
              <a:srgbClr val="000F0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/>
          <p:nvPr/>
        </p:nvSpPr>
        <p:spPr>
          <a:xfrm>
            <a:off x="16843565" y="300076"/>
            <a:ext cx="906780" cy="3721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50">
                <a:solidFill>
                  <a:srgbClr val="77D38C"/>
                </a:solidFill>
                <a:latin typeface="Arial"/>
                <a:cs typeface="Arial"/>
              </a:rPr>
              <a:t>06</a:t>
            </a:r>
            <a:r>
              <a:rPr dirty="0" sz="2250" spc="20">
                <a:solidFill>
                  <a:srgbClr val="77D38C"/>
                </a:solidFill>
                <a:latin typeface="Arial"/>
                <a:cs typeface="Arial"/>
              </a:rPr>
              <a:t> </a:t>
            </a:r>
            <a:r>
              <a:rPr dirty="0" sz="2250">
                <a:solidFill>
                  <a:srgbClr val="A8BACA"/>
                </a:solidFill>
                <a:latin typeface="Arial"/>
                <a:cs typeface="Arial"/>
              </a:rPr>
              <a:t>/</a:t>
            </a:r>
            <a:r>
              <a:rPr dirty="0" sz="2250" spc="145">
                <a:solidFill>
                  <a:srgbClr val="A8BACA"/>
                </a:solidFill>
                <a:latin typeface="Arial"/>
                <a:cs typeface="Arial"/>
              </a:rPr>
              <a:t> </a:t>
            </a:r>
            <a:r>
              <a:rPr dirty="0" sz="2250" spc="-35">
                <a:solidFill>
                  <a:srgbClr val="9095B3"/>
                </a:solidFill>
                <a:latin typeface="Arial"/>
                <a:cs typeface="Arial"/>
              </a:rPr>
              <a:t>07</a:t>
            </a:r>
            <a:endParaRPr sz="22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1650730"/>
            <a:ext cx="18267680" cy="907415"/>
          </a:xfrm>
          <a:custGeom>
            <a:avLst/>
            <a:gdLst/>
            <a:ahLst/>
            <a:cxnLst/>
            <a:rect l="l" t="t" r="r" b="b"/>
            <a:pathLst>
              <a:path w="18267680" h="907414">
                <a:moveTo>
                  <a:pt x="18267539" y="907354"/>
                </a:moveTo>
                <a:lnTo>
                  <a:pt x="0" y="907354"/>
                </a:lnTo>
                <a:lnTo>
                  <a:pt x="0" y="0"/>
                </a:lnTo>
                <a:lnTo>
                  <a:pt x="18267539" y="0"/>
                </a:lnTo>
                <a:lnTo>
                  <a:pt x="18267539" y="907354"/>
                </a:lnTo>
                <a:close/>
              </a:path>
            </a:pathLst>
          </a:custGeom>
          <a:solidFill>
            <a:srgbClr val="000F0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177562" y="1426071"/>
            <a:ext cx="12552680" cy="102806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550" spc="-844">
                <a:latin typeface="Arial Black"/>
                <a:cs typeface="Arial Black"/>
              </a:rPr>
              <a:t>Șystem</a:t>
            </a:r>
            <a:r>
              <a:rPr dirty="0" sz="6550" spc="-300">
                <a:latin typeface="Arial Black"/>
                <a:cs typeface="Arial Black"/>
              </a:rPr>
              <a:t> </a:t>
            </a:r>
            <a:r>
              <a:rPr dirty="0" sz="6550" spc="-875">
                <a:latin typeface="Arial Black"/>
                <a:cs typeface="Arial Black"/>
              </a:rPr>
              <a:t>Architecture</a:t>
            </a:r>
            <a:r>
              <a:rPr dirty="0" sz="6550" spc="-195">
                <a:latin typeface="Arial Black"/>
                <a:cs typeface="Arial Black"/>
              </a:rPr>
              <a:t> </a:t>
            </a:r>
            <a:r>
              <a:rPr dirty="0" sz="6550" spc="-1400">
                <a:latin typeface="Arial Black"/>
                <a:cs typeface="Arial Black"/>
              </a:rPr>
              <a:t>&amp;</a:t>
            </a:r>
            <a:r>
              <a:rPr dirty="0" sz="6550" spc="-610">
                <a:latin typeface="Arial Black"/>
                <a:cs typeface="Arial Black"/>
              </a:rPr>
              <a:t> </a:t>
            </a:r>
            <a:r>
              <a:rPr dirty="0" sz="6550" spc="-680">
                <a:solidFill>
                  <a:srgbClr val="36F982"/>
                </a:solidFill>
                <a:latin typeface="Arial Black"/>
                <a:cs typeface="Arial Black"/>
              </a:rPr>
              <a:t>Algorithms</a:t>
            </a:r>
            <a:endParaRPr sz="6550">
              <a:latin typeface="Arial Black"/>
              <a:cs typeface="Arial Black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0" y="2678337"/>
            <a:ext cx="18267680" cy="5083810"/>
            <a:chOff x="0" y="2678337"/>
            <a:chExt cx="18267680" cy="5083810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7030" y="2700201"/>
              <a:ext cx="1738204" cy="261274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8722" y="2842316"/>
              <a:ext cx="174913" cy="185843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8469" y="3060956"/>
              <a:ext cx="404487" cy="17491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944" y="3520099"/>
              <a:ext cx="262370" cy="15304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15994" y="3531031"/>
              <a:ext cx="153049" cy="1639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897007" y="5651837"/>
              <a:ext cx="1607018" cy="142115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95051" y="6121912"/>
              <a:ext cx="612197" cy="15304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466050" y="4001106"/>
              <a:ext cx="10932" cy="8745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58341" y="5586245"/>
              <a:ext cx="306098" cy="1967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43840" y="5422266"/>
              <a:ext cx="1563289" cy="15304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166280" y="4165086"/>
              <a:ext cx="819907" cy="120251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2429800" y="4514910"/>
              <a:ext cx="699654" cy="84176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296891" y="6635715"/>
              <a:ext cx="1421173" cy="15304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296891" y="6865288"/>
              <a:ext cx="2558111" cy="15304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296891" y="7094859"/>
              <a:ext cx="907364" cy="16397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166280" y="5892341"/>
              <a:ext cx="819907" cy="109319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84922" y="6067251"/>
              <a:ext cx="393555" cy="470075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8319329" y="7072995"/>
              <a:ext cx="513808" cy="47007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084576" y="6526396"/>
              <a:ext cx="1771001" cy="17491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095509" y="7291634"/>
              <a:ext cx="666858" cy="18584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4233600" y="6165640"/>
              <a:ext cx="87456" cy="8745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5621978" y="3858991"/>
              <a:ext cx="1333715" cy="120251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632912" y="5706497"/>
              <a:ext cx="1694475" cy="14211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086871" y="3858991"/>
              <a:ext cx="76524" cy="12025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7305515" y="3858991"/>
              <a:ext cx="65592" cy="12025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81012" y="4853802"/>
              <a:ext cx="1989642" cy="92921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918871" y="4307203"/>
              <a:ext cx="470080" cy="67778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875142" y="6887151"/>
              <a:ext cx="524740" cy="53566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5269273" y="3520099"/>
              <a:ext cx="360759" cy="163979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6428075" y="4296270"/>
              <a:ext cx="2328537" cy="57939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6428075" y="4908462"/>
              <a:ext cx="907364" cy="185843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5673760" y="6373348"/>
              <a:ext cx="546605" cy="513803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7761791" y="3509168"/>
              <a:ext cx="4077674" cy="19677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7816453" y="5170830"/>
              <a:ext cx="983889" cy="61219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4331988" y="3498236"/>
              <a:ext cx="983889" cy="743375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4331988" y="4897529"/>
              <a:ext cx="1071345" cy="69964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4331988" y="6318688"/>
              <a:ext cx="1049481" cy="78710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6955693" y="3891787"/>
              <a:ext cx="819907" cy="13118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0" y="2678337"/>
              <a:ext cx="18267680" cy="5083810"/>
            </a:xfrm>
            <a:custGeom>
              <a:avLst/>
              <a:gdLst/>
              <a:ahLst/>
              <a:cxnLst/>
              <a:rect l="l" t="t" r="r" b="b"/>
              <a:pathLst>
                <a:path w="18267680" h="5083809">
                  <a:moveTo>
                    <a:pt x="18267539" y="5083373"/>
                  </a:moveTo>
                  <a:lnTo>
                    <a:pt x="0" y="5083373"/>
                  </a:lnTo>
                  <a:lnTo>
                    <a:pt x="0" y="0"/>
                  </a:lnTo>
                  <a:lnTo>
                    <a:pt x="18267539" y="0"/>
                  </a:lnTo>
                  <a:lnTo>
                    <a:pt x="18267539" y="5083373"/>
                  </a:lnTo>
                  <a:close/>
                </a:path>
              </a:pathLst>
            </a:custGeom>
            <a:solidFill>
              <a:srgbClr val="033D0E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1121529" y="2821113"/>
            <a:ext cx="2627630" cy="3898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00" spc="-90">
                <a:solidFill>
                  <a:srgbClr val="4FA164"/>
                </a:solidFill>
                <a:latin typeface="Arial"/>
                <a:cs typeface="Arial"/>
              </a:rPr>
              <a:t>System</a:t>
            </a:r>
            <a:r>
              <a:rPr dirty="0" sz="2400" spc="-65">
                <a:solidFill>
                  <a:srgbClr val="4FA164"/>
                </a:solidFill>
                <a:latin typeface="Arial"/>
                <a:cs typeface="Arial"/>
              </a:rPr>
              <a:t> </a:t>
            </a:r>
            <a:r>
              <a:rPr dirty="0" sz="2400" spc="-35">
                <a:solidFill>
                  <a:srgbClr val="5DB379"/>
                </a:solidFill>
                <a:latin typeface="Arial"/>
                <a:cs typeface="Arial"/>
              </a:rPr>
              <a:t>Architecture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4877225" y="2807753"/>
            <a:ext cx="1878964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70">
                <a:solidFill>
                  <a:srgbClr val="1D5D36"/>
                </a:solidFill>
                <a:latin typeface="Arial"/>
                <a:cs typeface="Arial"/>
              </a:rPr>
              <a:t>Algorithms</a:t>
            </a:r>
            <a:r>
              <a:rPr dirty="0" sz="2150" spc="5">
                <a:solidFill>
                  <a:srgbClr val="1D5D36"/>
                </a:solidFill>
                <a:latin typeface="Arial"/>
                <a:cs typeface="Arial"/>
              </a:rPr>
              <a:t> </a:t>
            </a:r>
            <a:r>
              <a:rPr dirty="0" sz="2150" spc="-120">
                <a:solidFill>
                  <a:srgbClr val="0A2D15"/>
                </a:solidFill>
                <a:latin typeface="Arial"/>
                <a:cs typeface="Arial"/>
              </a:rPr>
              <a:t>Used</a:t>
            </a:r>
            <a:endParaRPr sz="21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5593758" y="3506792"/>
            <a:ext cx="1796414" cy="262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-85">
                <a:solidFill>
                  <a:srgbClr val="64BD79"/>
                </a:solidFill>
                <a:latin typeface="Arial"/>
                <a:cs typeface="Arial"/>
              </a:rPr>
              <a:t>Rule-</a:t>
            </a:r>
            <a:r>
              <a:rPr dirty="0" sz="1550" spc="-90">
                <a:solidFill>
                  <a:srgbClr val="64BD79"/>
                </a:solidFill>
                <a:latin typeface="Arial"/>
                <a:cs typeface="Arial"/>
              </a:rPr>
              <a:t>ba*ed</a:t>
            </a:r>
            <a:r>
              <a:rPr dirty="0" sz="1550" spc="25">
                <a:solidFill>
                  <a:srgbClr val="64BD79"/>
                </a:solidFill>
                <a:latin typeface="Arial"/>
                <a:cs typeface="Arial"/>
              </a:rPr>
              <a:t> </a:t>
            </a:r>
            <a:r>
              <a:rPr dirty="0" sz="1550" spc="-95">
                <a:solidFill>
                  <a:srgbClr val="001D03"/>
                </a:solidFill>
                <a:latin typeface="Arial"/>
                <a:cs typeface="Arial"/>
              </a:rPr>
              <a:t>Reasoning</a:t>
            </a:r>
            <a:endParaRPr sz="15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41985" y="3648908"/>
            <a:ext cx="1259205" cy="262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>
                <a:solidFill>
                  <a:srgbClr val="03672F"/>
                </a:solidFill>
                <a:latin typeface="Arial"/>
                <a:cs typeface="Arial"/>
              </a:rPr>
              <a:t>1.</a:t>
            </a:r>
            <a:r>
              <a:rPr dirty="0" sz="1550" spc="-165">
                <a:solidFill>
                  <a:srgbClr val="03672F"/>
                </a:solidFill>
                <a:latin typeface="Arial"/>
                <a:cs typeface="Arial"/>
              </a:rPr>
              <a:t> </a:t>
            </a:r>
            <a:r>
              <a:rPr dirty="0" sz="1550" spc="60">
                <a:solidFill>
                  <a:srgbClr val="FFFFFF"/>
                </a:solidFill>
                <a:latin typeface="Arial"/>
                <a:cs typeface="Arial"/>
              </a:rPr>
              <a:t>Input</a:t>
            </a:r>
            <a:r>
              <a:rPr dirty="0" sz="155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"/>
                <a:cs typeface="Arial"/>
              </a:rPr>
              <a:t>Layer</a:t>
            </a:r>
            <a:endParaRPr sz="15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998712" y="3648908"/>
            <a:ext cx="1800860" cy="262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dirty="0" sz="1550" spc="1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FFFFFF"/>
                </a:solidFill>
                <a:latin typeface="Arial"/>
                <a:cs typeface="Arial"/>
              </a:rPr>
              <a:t>Processing</a:t>
            </a:r>
            <a:r>
              <a:rPr dirty="0" sz="155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"/>
                <a:cs typeface="Arial"/>
              </a:rPr>
              <a:t>Layer</a:t>
            </a:r>
            <a:endParaRPr sz="15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773023" y="3648908"/>
            <a:ext cx="1814195" cy="262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>
                <a:solidFill>
                  <a:srgbClr val="FFFFFF"/>
                </a:solidFill>
                <a:latin typeface="Arial"/>
                <a:cs typeface="Arial"/>
              </a:rPr>
              <a:t>3.</a:t>
            </a:r>
            <a:r>
              <a:rPr dirty="0" sz="15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60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r>
              <a:rPr dirty="0" sz="155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"/>
                <a:cs typeface="Arial"/>
              </a:rPr>
              <a:t>Layer</a:t>
            </a:r>
            <a:endParaRPr sz="15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8402511" y="3648908"/>
            <a:ext cx="2791460" cy="262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>
                <a:solidFill>
                  <a:srgbClr val="3F600C"/>
                </a:solidFill>
                <a:latin typeface="Arial"/>
                <a:cs typeface="Arial"/>
              </a:rPr>
              <a:t>4.</a:t>
            </a:r>
            <a:r>
              <a:rPr dirty="0" sz="1550" spc="235">
                <a:solidFill>
                  <a:srgbClr val="3F600C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CAD86B"/>
                </a:solidFill>
                <a:latin typeface="Arial"/>
                <a:cs typeface="Arial"/>
              </a:rPr>
              <a:t>Reasoning</a:t>
            </a:r>
            <a:r>
              <a:rPr dirty="0" sz="1550" spc="65">
                <a:solidFill>
                  <a:srgbClr val="CAD86B"/>
                </a:solidFill>
                <a:latin typeface="Arial"/>
                <a:cs typeface="Arial"/>
              </a:rPr>
              <a:t> </a:t>
            </a:r>
            <a:r>
              <a:rPr dirty="0" sz="1550" spc="80">
                <a:solidFill>
                  <a:srgbClr val="EDEF93"/>
                </a:solidFill>
                <a:latin typeface="Arial"/>
                <a:cs typeface="Arial"/>
              </a:rPr>
              <a:t>&amp;</a:t>
            </a:r>
            <a:r>
              <a:rPr dirty="0" sz="1550" spc="-15">
                <a:solidFill>
                  <a:srgbClr val="EDEF93"/>
                </a:solidFill>
                <a:latin typeface="Arial"/>
                <a:cs typeface="Arial"/>
              </a:rPr>
              <a:t> </a:t>
            </a:r>
            <a:r>
              <a:rPr dirty="0" sz="1550">
                <a:solidFill>
                  <a:srgbClr val="4D6B1A"/>
                </a:solidFill>
                <a:latin typeface="Arial"/>
                <a:cs typeface="Arial"/>
              </a:rPr>
              <a:t>Analysis</a:t>
            </a:r>
            <a:r>
              <a:rPr dirty="0" sz="1550" spc="45">
                <a:solidFill>
                  <a:srgbClr val="4D6B1A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CDCF7E"/>
                </a:solidFill>
                <a:latin typeface="Arial"/>
                <a:cs typeface="Arial"/>
              </a:rPr>
              <a:t>Layer</a:t>
            </a:r>
            <a:endParaRPr sz="15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2048149" y="3648908"/>
            <a:ext cx="1442720" cy="262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>
                <a:solidFill>
                  <a:srgbClr val="037536"/>
                </a:solidFill>
                <a:latin typeface="Arial"/>
                <a:cs typeface="Arial"/>
              </a:rPr>
              <a:t>5.</a:t>
            </a:r>
            <a:r>
              <a:rPr dirty="0" sz="1550" spc="-85">
                <a:solidFill>
                  <a:srgbClr val="037536"/>
                </a:solidFill>
                <a:latin typeface="Arial"/>
                <a:cs typeface="Arial"/>
              </a:rPr>
              <a:t> </a:t>
            </a:r>
            <a:r>
              <a:rPr dirty="0" sz="1550" spc="65">
                <a:solidFill>
                  <a:srgbClr val="FFFFFF"/>
                </a:solidFill>
                <a:latin typeface="Arial"/>
                <a:cs typeface="Arial"/>
              </a:rPr>
              <a:t>Output</a:t>
            </a:r>
            <a:r>
              <a:rPr dirty="0" sz="1550" spc="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"/>
                <a:cs typeface="Arial"/>
              </a:rPr>
              <a:t>Layer</a:t>
            </a:r>
            <a:endParaRPr sz="155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4080503" y="3648908"/>
            <a:ext cx="229870" cy="262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130">
                <a:solidFill>
                  <a:srgbClr val="0A4218"/>
                </a:solidFill>
                <a:latin typeface="Arial"/>
                <a:cs typeface="Arial"/>
              </a:rPr>
              <a:t>!</a:t>
            </a:r>
            <a:r>
              <a:rPr dirty="0" sz="1550" spc="130">
                <a:solidFill>
                  <a:srgbClr val="2F853D"/>
                </a:solidFill>
                <a:latin typeface="Arial"/>
                <a:cs typeface="Arial"/>
              </a:rPr>
              <a:t>’‘</a:t>
            </a:r>
            <a:endParaRPr sz="15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5587662" y="3999947"/>
            <a:ext cx="2109470" cy="4629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6510" marR="5080" indent="-4445">
              <a:lnSpc>
                <a:spcPct val="110400"/>
              </a:lnSpc>
              <a:spcBef>
                <a:spcPts val="95"/>
              </a:spcBef>
            </a:pPr>
            <a:r>
              <a:rPr dirty="0" sz="1300" spc="-5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dirty="0" sz="1300" spc="-1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40">
                <a:solidFill>
                  <a:srgbClr val="FFFFFF"/>
                </a:solidFill>
                <a:latin typeface="Arial"/>
                <a:cs typeface="Arial"/>
              </a:rPr>
              <a:t>predefined</a:t>
            </a:r>
            <a:r>
              <a:rPr dirty="0" sz="1300" spc="-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35">
                <a:solidFill>
                  <a:srgbClr val="FFFFFF"/>
                </a:solidFill>
                <a:latin typeface="Arial"/>
                <a:cs typeface="Arial"/>
              </a:rPr>
              <a:t>rules</a:t>
            </a:r>
            <a:r>
              <a:rPr dirty="0" sz="130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60">
                <a:solidFill>
                  <a:srgbClr val="E2E2E2"/>
                </a:solidFill>
                <a:latin typeface="Arial"/>
                <a:cs typeface="Arial"/>
              </a:rPr>
              <a:t>to</a:t>
            </a:r>
            <a:r>
              <a:rPr dirty="0" sz="1300" spc="-35">
                <a:solidFill>
                  <a:srgbClr val="E2E2E2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FFFFFF"/>
                </a:solidFill>
                <a:latin typeface="Arial"/>
                <a:cs typeface="Arial"/>
              </a:rPr>
              <a:t>infer </a:t>
            </a:r>
            <a:r>
              <a:rPr dirty="0" sz="1300" spc="-55">
                <a:solidFill>
                  <a:srgbClr val="FFFFFF"/>
                </a:solidFill>
                <a:latin typeface="Arial"/>
                <a:cs typeface="Arial"/>
              </a:rPr>
              <a:t>compliance</a:t>
            </a:r>
            <a:r>
              <a:rPr dirty="0" sz="130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 spc="-85">
                <a:solidFill>
                  <a:srgbClr val="D8D8D8"/>
                </a:solidFill>
                <a:latin typeface="Arial"/>
                <a:cs typeface="Arial"/>
              </a:rPr>
              <a:t>and</a:t>
            </a:r>
            <a:r>
              <a:rPr dirty="0" sz="1300" spc="-55">
                <a:solidFill>
                  <a:srgbClr val="D8D8D8"/>
                </a:solidFill>
                <a:latin typeface="Arial"/>
                <a:cs typeface="Arial"/>
              </a:rPr>
              <a:t> </a:t>
            </a:r>
            <a:r>
              <a:rPr dirty="0" sz="1300" spc="-30">
                <a:solidFill>
                  <a:srgbClr val="F4F4F4"/>
                </a:solidFill>
                <a:latin typeface="Arial"/>
                <a:cs typeface="Arial"/>
              </a:rPr>
              <a:t>ide-</a:t>
            </a:r>
            <a:r>
              <a:rPr dirty="0" sz="1300">
                <a:solidFill>
                  <a:srgbClr val="F4F4F4"/>
                </a:solidFill>
                <a:latin typeface="Arial"/>
                <a:cs typeface="Arial"/>
              </a:rPr>
              <a:t>nut</a:t>
            </a:r>
            <a:r>
              <a:rPr dirty="0" sz="1300" spc="15">
                <a:solidFill>
                  <a:srgbClr val="F4F4F4"/>
                </a:solidFill>
                <a:latin typeface="Arial"/>
                <a:cs typeface="Arial"/>
              </a:rPr>
              <a:t> </a:t>
            </a:r>
            <a:r>
              <a:rPr dirty="0" sz="1300" spc="-55">
                <a:solidFill>
                  <a:srgbClr val="FFFFFF"/>
                </a:solidFill>
                <a:latin typeface="Arial"/>
                <a:cs typeface="Arial"/>
              </a:rPr>
              <a:t>issues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3692263" y="4301183"/>
            <a:ext cx="98742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7620">
              <a:lnSpc>
                <a:spcPct val="106400"/>
              </a:lnSpc>
              <a:spcBef>
                <a:spcPts val="100"/>
              </a:spcBef>
            </a:pPr>
            <a:r>
              <a:rPr dirty="0" sz="1550" spc="-185">
                <a:solidFill>
                  <a:srgbClr val="FFFFFF"/>
                </a:solidFill>
                <a:latin typeface="Arial"/>
                <a:cs typeface="Arial"/>
              </a:rPr>
              <a:t>PDF</a:t>
            </a:r>
            <a:r>
              <a:rPr dirty="0" sz="155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05">
                <a:solidFill>
                  <a:srgbClr val="FFFFFF"/>
                </a:solidFill>
                <a:latin typeface="Arial"/>
                <a:cs typeface="Arial"/>
              </a:rPr>
              <a:t>Parsing </a:t>
            </a:r>
            <a:r>
              <a:rPr dirty="0" sz="1550" spc="-60">
                <a:solidFill>
                  <a:srgbClr val="FFFFFF"/>
                </a:solidFill>
                <a:latin typeface="Arial"/>
                <a:cs typeface="Arial"/>
              </a:rPr>
              <a:t>(PyMuPPF)</a:t>
            </a:r>
            <a:endParaRPr sz="15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067292" y="4227948"/>
            <a:ext cx="2268855" cy="56578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1550" spc="-110">
                <a:solidFill>
                  <a:srgbClr val="FFFFFF"/>
                </a:solidFill>
                <a:latin typeface="Arial"/>
                <a:cs typeface="Arial"/>
              </a:rPr>
              <a:t>Rule-</a:t>
            </a:r>
            <a:r>
              <a:rPr dirty="0" sz="1550" spc="-105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1550" spc="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Arial"/>
                <a:cs typeface="Arial"/>
              </a:rPr>
              <a:t>Reasoning</a:t>
            </a:r>
            <a:endParaRPr sz="155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355"/>
              </a:spcBef>
            </a:pPr>
            <a:r>
              <a:rPr dirty="0" sz="1400" spc="-85">
                <a:solidFill>
                  <a:srgbClr val="FFFFFF"/>
                </a:solidFill>
                <a:latin typeface="Arial"/>
                <a:cs typeface="Arial"/>
              </a:rPr>
              <a:t>tForward</a:t>
            </a:r>
            <a:r>
              <a:rPr dirty="0" sz="14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8</a:t>
            </a:r>
            <a:r>
              <a:rPr dirty="0" sz="1400" spc="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FFFFFF"/>
                </a:solidFill>
                <a:latin typeface="Arial"/>
                <a:cs typeface="Arial"/>
              </a:rPr>
              <a:t>8ackward</a:t>
            </a:r>
            <a:r>
              <a:rPr dirty="0" sz="14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FFFFFF"/>
                </a:solidFill>
                <a:latin typeface="Arial"/>
                <a:cs typeface="Arial"/>
              </a:rPr>
              <a:t>Chaining)</a:t>
            </a:r>
            <a:endParaRPr sz="14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6403714" y="5059134"/>
            <a:ext cx="1220470" cy="262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-90">
                <a:solidFill>
                  <a:srgbClr val="FFFFFF"/>
                </a:solidFill>
                <a:latin typeface="Cambria"/>
                <a:cs typeface="Cambria"/>
              </a:rPr>
              <a:t>Pepresmutation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3684414" y="5343366"/>
            <a:ext cx="762000" cy="262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-55">
                <a:solidFill>
                  <a:srgbClr val="FFFFFF"/>
                </a:solidFill>
                <a:latin typeface="Arial"/>
                <a:cs typeface="Arial"/>
              </a:rPr>
              <a:t>Structure</a:t>
            </a:r>
            <a:endParaRPr sz="15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059924" y="5110149"/>
            <a:ext cx="2263775" cy="550545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305"/>
              </a:spcBef>
            </a:pPr>
            <a:r>
              <a:rPr dirty="0" sz="1550" spc="-75">
                <a:solidFill>
                  <a:srgbClr val="FFFFFF"/>
                </a:solidFill>
                <a:latin typeface="Arial"/>
                <a:cs typeface="Arial"/>
              </a:rPr>
              <a:t>Propositional</a:t>
            </a:r>
            <a:r>
              <a:rPr dirty="0" sz="1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"/>
                <a:cs typeface="Arial"/>
              </a:rPr>
              <a:t>Logic</a:t>
            </a:r>
            <a:endParaRPr sz="1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550" spc="-145">
                <a:solidFill>
                  <a:srgbClr val="FFFFFF"/>
                </a:solidFill>
                <a:latin typeface="Arial"/>
                <a:cs typeface="Arial"/>
              </a:rPr>
              <a:t>(Model</a:t>
            </a:r>
            <a:r>
              <a:rPr dirty="0" sz="15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50">
                <a:solidFill>
                  <a:srgbClr val="FFFFFF"/>
                </a:solidFill>
                <a:latin typeface="Arial"/>
                <a:cs typeface="Arial"/>
              </a:rPr>
              <a:t>Checking</a:t>
            </a:r>
            <a:r>
              <a:rPr dirty="0" sz="155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2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dirty="0" sz="155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35">
                <a:solidFill>
                  <a:srgbClr val="FFFFFF"/>
                </a:solidFill>
                <a:latin typeface="Arial"/>
                <a:cs typeface="Arial"/>
              </a:rPr>
              <a:t>Resolution)</a:t>
            </a:r>
            <a:endParaRPr sz="15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5604973" y="4816455"/>
            <a:ext cx="2181225" cy="841375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550" spc="-65">
                <a:solidFill>
                  <a:srgbClr val="153F21"/>
                </a:solidFill>
                <a:latin typeface="Arial"/>
                <a:cs typeface="Arial"/>
              </a:rPr>
              <a:t>Proposifional</a:t>
            </a:r>
            <a:r>
              <a:rPr dirty="0" sz="1550" spc="-5">
                <a:solidFill>
                  <a:srgbClr val="153F21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59B682"/>
                </a:solidFill>
                <a:latin typeface="Arial"/>
                <a:cs typeface="Arial"/>
              </a:rPr>
              <a:t>logic</a:t>
            </a:r>
            <a:endParaRPr sz="1550">
              <a:latin typeface="Arial"/>
              <a:cs typeface="Arial"/>
            </a:endParaRPr>
          </a:p>
          <a:p>
            <a:pPr marL="24130" marR="5080" indent="-10795">
              <a:lnSpc>
                <a:spcPct val="107600"/>
              </a:lnSpc>
              <a:spcBef>
                <a:spcPts val="400"/>
              </a:spcBef>
            </a:pPr>
            <a:r>
              <a:rPr dirty="0" sz="1400" spc="-8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r>
              <a:rPr dirty="0" sz="140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80">
                <a:solidFill>
                  <a:srgbClr val="FFFFFF"/>
                </a:solidFill>
                <a:latin typeface="Arial"/>
                <a:cs typeface="Arial"/>
              </a:rPr>
              <a:t>checking</a:t>
            </a:r>
            <a:r>
              <a:rPr dirty="0" sz="1400" spc="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dirty="0" sz="1400" spc="-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FFFFFF"/>
                </a:solidFill>
                <a:latin typeface="Arial"/>
                <a:cs typeface="Arial"/>
              </a:rPr>
              <a:t>resolution </a:t>
            </a:r>
            <a:r>
              <a:rPr dirty="0" sz="1400" spc="-50">
                <a:solidFill>
                  <a:srgbClr val="EFEFEF"/>
                </a:solidFill>
                <a:latin typeface="Arial"/>
                <a:cs typeface="Arial"/>
              </a:rPr>
              <a:t>to</a:t>
            </a:r>
            <a:r>
              <a:rPr dirty="0" sz="1400" spc="-75">
                <a:solidFill>
                  <a:srgbClr val="EFEFEF"/>
                </a:solidFill>
                <a:latin typeface="Arial"/>
                <a:cs typeface="Arial"/>
              </a:rPr>
              <a:t> </a:t>
            </a:r>
            <a:r>
              <a:rPr dirty="0" sz="1400" spc="-90">
                <a:solidFill>
                  <a:srgbClr val="FFFFFF"/>
                </a:solidFill>
                <a:latin typeface="Arial"/>
                <a:cs typeface="Arial"/>
              </a:rPr>
              <a:t>validate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F2F2F2"/>
                </a:solidFill>
                <a:latin typeface="Arial"/>
                <a:cs typeface="Arial"/>
              </a:rPr>
              <a:t>logical</a:t>
            </a:r>
            <a:r>
              <a:rPr dirty="0" sz="140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consistent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715166" y="5900897"/>
            <a:ext cx="1249680" cy="50292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54940" marR="5080" indent="-142875">
              <a:lnSpc>
                <a:spcPct val="101800"/>
              </a:lnSpc>
              <a:spcBef>
                <a:spcPts val="70"/>
              </a:spcBef>
            </a:pPr>
            <a:r>
              <a:rPr dirty="0" sz="1550" spc="-135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dirty="0" sz="1550" spc="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25">
                <a:solidFill>
                  <a:srgbClr val="FFFFFF"/>
                </a:solidFill>
                <a:latin typeface="Arial"/>
                <a:cs typeface="Arial"/>
              </a:rPr>
              <a:t>Paper </a:t>
            </a:r>
            <a:r>
              <a:rPr dirty="0" sz="1550" spc="-185">
                <a:solidFill>
                  <a:srgbClr val="FFFFFF"/>
                </a:solidFill>
                <a:latin typeface="Arial"/>
                <a:cs typeface="Arial"/>
              </a:rPr>
              <a:t>PDF</a:t>
            </a:r>
            <a:r>
              <a:rPr dirty="0" sz="1550" spc="-10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"/>
                <a:cs typeface="Arial"/>
              </a:rPr>
              <a:t>Upload</a:t>
            </a:r>
            <a:endParaRPr sz="15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884307" y="5817692"/>
            <a:ext cx="17907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90">
                <a:solidFill>
                  <a:srgbClr val="F2F2F2"/>
                </a:solidFill>
                <a:latin typeface="Arial"/>
                <a:cs typeface="Arial"/>
              </a:rPr>
              <a:t>—</a:t>
            </a:r>
            <a:endParaRPr sz="14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677279" y="5817692"/>
            <a:ext cx="143827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80">
                <a:solidFill>
                  <a:srgbClr val="FFFFFF"/>
                </a:solidFill>
                <a:latin typeface="Arial"/>
                <a:cs typeface="Arial"/>
              </a:rPr>
              <a:t>{headings.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85">
                <a:solidFill>
                  <a:srgbClr val="EFEFEF"/>
                </a:solidFill>
                <a:latin typeface="Arial"/>
                <a:cs typeface="Arial"/>
              </a:rPr>
              <a:t>Sections.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2045698" y="5429327"/>
            <a:ext cx="1485900" cy="624840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algn="ctr" marR="26034">
              <a:lnSpc>
                <a:spcPct val="100000"/>
              </a:lnSpc>
              <a:spcBef>
                <a:spcPts val="465"/>
              </a:spcBef>
            </a:pPr>
            <a:r>
              <a:rPr dirty="0" sz="1800" spc="-20">
                <a:solidFill>
                  <a:srgbClr val="FFFFFF"/>
                </a:solidFill>
                <a:latin typeface="Arial"/>
                <a:cs typeface="Arial"/>
              </a:rPr>
              <a:t>Explainable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dirty="0" sz="1550">
                <a:solidFill>
                  <a:srgbClr val="FFFFFF"/>
                </a:solidFill>
                <a:latin typeface="Arial"/>
                <a:cs typeface="Arial"/>
              </a:rPr>
              <a:t>Analysis</a:t>
            </a:r>
            <a:r>
              <a:rPr dirty="0" sz="1550" spc="14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85">
                <a:solidFill>
                  <a:srgbClr val="FFFFFF"/>
                </a:solidFill>
                <a:latin typeface="Arial"/>
                <a:cs typeface="Arial"/>
              </a:rPr>
              <a:t>Repon</a:t>
            </a:r>
            <a:endParaRPr sz="15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280664" y="6283516"/>
            <a:ext cx="1405255" cy="2622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550" spc="-45">
                <a:solidFill>
                  <a:srgbClr val="FFFFFF"/>
                </a:solidFill>
                <a:latin typeface="Arial"/>
                <a:cs typeface="Arial"/>
              </a:rPr>
              <a:t>Knowledge</a:t>
            </a:r>
            <a:r>
              <a:rPr dirty="0" sz="1550" spc="-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85">
                <a:solidFill>
                  <a:srgbClr val="FFFFFF"/>
                </a:solidFill>
                <a:latin typeface="Arial"/>
                <a:cs typeface="Arial"/>
              </a:rPr>
              <a:t>Base</a:t>
            </a:r>
            <a:endParaRPr sz="15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062044" y="5966489"/>
            <a:ext cx="1914525" cy="49212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marL="12700" marR="5080">
              <a:lnSpc>
                <a:spcPts val="1810"/>
              </a:lnSpc>
              <a:spcBef>
                <a:spcPts val="204"/>
              </a:spcBef>
            </a:pPr>
            <a:r>
              <a:rPr dirty="0" sz="1550" spc="-100">
                <a:solidFill>
                  <a:srgbClr val="FFFFFF"/>
                </a:solidFill>
                <a:latin typeface="Arial"/>
                <a:cs typeface="Arial"/>
              </a:rPr>
              <a:t>C$P-</a:t>
            </a:r>
            <a:r>
              <a:rPr dirty="0" sz="1550" spc="-75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dirty="0" sz="1550" spc="1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85">
                <a:solidFill>
                  <a:srgbClr val="FFFFFF"/>
                </a:solidFill>
                <a:latin typeface="Arial"/>
                <a:cs typeface="Arial"/>
              </a:rPr>
              <a:t>Compliance </a:t>
            </a:r>
            <a:r>
              <a:rPr dirty="0" sz="1550" spc="-10">
                <a:solidFill>
                  <a:srgbClr val="FFFFFF"/>
                </a:solidFill>
                <a:latin typeface="Arial"/>
                <a:cs typeface="Arial"/>
              </a:rPr>
              <a:t>Checking</a:t>
            </a:r>
            <a:endParaRPr sz="15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692263" y="6739015"/>
            <a:ext cx="1295400" cy="791210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 indent="7620">
              <a:lnSpc>
                <a:spcPct val="106400"/>
              </a:lnSpc>
              <a:spcBef>
                <a:spcPts val="185"/>
              </a:spcBef>
            </a:pPr>
            <a:r>
              <a:rPr dirty="0" sz="1550" spc="-20">
                <a:solidFill>
                  <a:srgbClr val="FFFFFF"/>
                </a:solidFill>
                <a:latin typeface="Arial"/>
                <a:cs typeface="Arial"/>
              </a:rPr>
              <a:t>Preprocessing </a:t>
            </a:r>
            <a:r>
              <a:rPr dirty="0" sz="1550" spc="-130">
                <a:solidFill>
                  <a:srgbClr val="FFFFFF"/>
                </a:solidFill>
                <a:latin typeface="Arial"/>
                <a:cs typeface="Arial"/>
              </a:rPr>
              <a:t>(Text</a:t>
            </a:r>
            <a:r>
              <a:rPr dirty="0" sz="155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25">
                <a:solidFill>
                  <a:srgbClr val="FFFFFF"/>
                </a:solidFill>
                <a:latin typeface="Arial"/>
                <a:cs typeface="Arial"/>
              </a:rPr>
              <a:t>Cleaning</a:t>
            </a:r>
            <a:r>
              <a:rPr dirty="0" sz="1550" spc="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50">
                <a:solidFill>
                  <a:srgbClr val="EBEBEB"/>
                </a:solidFill>
                <a:latin typeface="Arial"/>
                <a:cs typeface="Arial"/>
              </a:rPr>
              <a:t>&amp; </a:t>
            </a:r>
            <a:r>
              <a:rPr dirty="0" sz="1550" spc="-30">
                <a:solidFill>
                  <a:srgbClr val="FFFFFF"/>
                </a:solidFill>
                <a:latin typeface="Arial"/>
                <a:cs typeface="Arial"/>
              </a:rPr>
              <a:t>Normalization)</a:t>
            </a:r>
            <a:endParaRPr sz="15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068486" y="6998347"/>
            <a:ext cx="212280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35">
                <a:solidFill>
                  <a:srgbClr val="FFFFFF"/>
                </a:solidFill>
                <a:latin typeface="Arial"/>
                <a:cs typeface="Arial"/>
              </a:rPr>
              <a:t>UCS</a:t>
            </a:r>
            <a:r>
              <a:rPr dirty="0" sz="14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0F0F0"/>
                </a:solidFill>
                <a:latin typeface="Arial"/>
                <a:cs typeface="Arial"/>
              </a:rPr>
              <a:t>/</a:t>
            </a:r>
            <a:r>
              <a:rPr dirty="0" sz="1400" spc="75">
                <a:solidFill>
                  <a:srgbClr val="F0F0F0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A'</a:t>
            </a:r>
            <a:r>
              <a:rPr dirty="0" sz="1400" spc="39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dirty="0" sz="1400" spc="-7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Improvement</a:t>
            </a:r>
            <a:endParaRPr sz="140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1947445" y="6236144"/>
            <a:ext cx="1689100" cy="1381125"/>
          </a:xfrm>
          <a:prstGeom prst="rect">
            <a:avLst/>
          </a:prstGeom>
        </p:spPr>
        <p:txBody>
          <a:bodyPr wrap="square" lIns="0" tIns="49530" rIns="0" bIns="0" rtlCol="0" vert="horz">
            <a:spAutoFit/>
          </a:bodyPr>
          <a:lstStyle/>
          <a:p>
            <a:pPr marL="169545" indent="-156845">
              <a:lnSpc>
                <a:spcPct val="100000"/>
              </a:lnSpc>
              <a:spcBef>
                <a:spcPts val="390"/>
              </a:spcBef>
              <a:buClr>
                <a:srgbClr val="FFFFFF"/>
              </a:buClr>
              <a:buChar char="•"/>
              <a:tabLst>
                <a:tab pos="169545" algn="l"/>
              </a:tabLst>
            </a:pPr>
            <a:r>
              <a:rPr dirty="0" sz="1550" spc="-90">
                <a:solidFill>
                  <a:srgbClr val="00280F"/>
                </a:solidFill>
                <a:latin typeface="Arial"/>
                <a:cs typeface="Arial"/>
              </a:rPr>
              <a:t>Detec</a:t>
            </a:r>
            <a:r>
              <a:rPr dirty="0" sz="1550" spc="-175">
                <a:solidFill>
                  <a:srgbClr val="00280F"/>
                </a:solidFill>
                <a:latin typeface="Arial"/>
                <a:cs typeface="Arial"/>
              </a:rPr>
              <a:t> </a:t>
            </a:r>
            <a:r>
              <a:rPr dirty="0" sz="1550" spc="-70">
                <a:solidFill>
                  <a:srgbClr val="001C05"/>
                </a:solidFill>
                <a:latin typeface="Arial"/>
                <a:cs typeface="Arial"/>
              </a:rPr>
              <a:t>ted</a:t>
            </a:r>
            <a:r>
              <a:rPr dirty="0" sz="1550" spc="-90">
                <a:solidFill>
                  <a:srgbClr val="001C05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002608"/>
                </a:solidFill>
                <a:latin typeface="Arial"/>
                <a:cs typeface="Arial"/>
              </a:rPr>
              <a:t>Issues</a:t>
            </a:r>
            <a:endParaRPr sz="1550">
              <a:latin typeface="Arial"/>
              <a:cs typeface="Arial"/>
            </a:endParaRPr>
          </a:p>
          <a:p>
            <a:pPr marL="175260" indent="-162560">
              <a:lnSpc>
                <a:spcPct val="100000"/>
              </a:lnSpc>
              <a:spcBef>
                <a:spcPts val="290"/>
              </a:spcBef>
              <a:buChar char="•"/>
              <a:tabLst>
                <a:tab pos="175260" algn="l"/>
              </a:tabLst>
            </a:pPr>
            <a:r>
              <a:rPr dirty="0" sz="1550" spc="-90">
                <a:solidFill>
                  <a:srgbClr val="FFFFFF"/>
                </a:solidFill>
                <a:latin typeface="Arial"/>
                <a:cs typeface="Arial"/>
              </a:rPr>
              <a:t>Compliance</a:t>
            </a:r>
            <a:r>
              <a:rPr dirty="0" sz="1550" spc="6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60">
                <a:solidFill>
                  <a:srgbClr val="FFFFFF"/>
                </a:solidFill>
                <a:latin typeface="Arial"/>
                <a:cs typeface="Arial"/>
              </a:rPr>
              <a:t>Status</a:t>
            </a:r>
            <a:endParaRPr sz="1550">
              <a:latin typeface="Arial"/>
              <a:cs typeface="Arial"/>
            </a:endParaRPr>
          </a:p>
          <a:p>
            <a:pPr marL="169545" indent="-156845">
              <a:lnSpc>
                <a:spcPct val="100000"/>
              </a:lnSpc>
              <a:spcBef>
                <a:spcPts val="295"/>
              </a:spcBef>
              <a:buChar char="•"/>
              <a:tabLst>
                <a:tab pos="169545" algn="l"/>
              </a:tabLst>
            </a:pPr>
            <a:r>
              <a:rPr dirty="0" sz="1550" spc="-110">
                <a:solidFill>
                  <a:srgbClr val="FFFFFF"/>
                </a:solidFill>
                <a:latin typeface="Arial"/>
                <a:cs typeface="Arial"/>
              </a:rPr>
              <a:t>Peasoning</a:t>
            </a:r>
            <a:r>
              <a:rPr dirty="0" sz="1550" spc="5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10">
                <a:solidFill>
                  <a:srgbClr val="FFFFFF"/>
                </a:solidFill>
                <a:latin typeface="Arial"/>
                <a:cs typeface="Arial"/>
              </a:rPr>
              <a:t>Traces</a:t>
            </a:r>
            <a:endParaRPr sz="1550">
              <a:latin typeface="Arial"/>
              <a:cs typeface="Arial"/>
            </a:endParaRPr>
          </a:p>
          <a:p>
            <a:pPr marL="166370" indent="-142875">
              <a:lnSpc>
                <a:spcPct val="100000"/>
              </a:lnSpc>
              <a:spcBef>
                <a:spcPts val="204"/>
              </a:spcBef>
              <a:buChar char="•"/>
              <a:tabLst>
                <a:tab pos="166370" algn="l"/>
              </a:tabLst>
            </a:pPr>
            <a:r>
              <a:rPr dirty="0" sz="1550" spc="-70">
                <a:solidFill>
                  <a:srgbClr val="FFFFFF"/>
                </a:solidFill>
                <a:latin typeface="Arial"/>
                <a:cs typeface="Arial"/>
              </a:rPr>
              <a:t>Improvement</a:t>
            </a:r>
            <a:r>
              <a:rPr dirty="0" sz="1550" spc="3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550" spc="-20">
                <a:solidFill>
                  <a:srgbClr val="FFFFFF"/>
                </a:solidFill>
                <a:latin typeface="Arial"/>
                <a:cs typeface="Arial"/>
              </a:rPr>
              <a:t>Plan</a:t>
            </a:r>
            <a:endParaRPr sz="1550">
              <a:latin typeface="Arial"/>
              <a:cs typeface="Arial"/>
            </a:endParaRPr>
          </a:p>
          <a:p>
            <a:pPr marL="169545" indent="-156845">
              <a:lnSpc>
                <a:spcPct val="100000"/>
              </a:lnSpc>
              <a:spcBef>
                <a:spcPts val="290"/>
              </a:spcBef>
              <a:buClr>
                <a:srgbClr val="001605"/>
              </a:buClr>
              <a:buChar char="•"/>
              <a:tabLst>
                <a:tab pos="169545" algn="l"/>
              </a:tabLst>
            </a:pPr>
            <a:r>
              <a:rPr dirty="0" sz="1550" spc="-70">
                <a:solidFill>
                  <a:srgbClr val="C3C3C3"/>
                </a:solidFill>
                <a:latin typeface="Arial"/>
                <a:cs typeface="Arial"/>
              </a:rPr>
              <a:t>Pesommendations</a:t>
            </a:r>
            <a:endParaRPr sz="155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5610369" y="6316313"/>
            <a:ext cx="2237105" cy="123253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328295">
              <a:lnSpc>
                <a:spcPct val="101800"/>
              </a:lnSpc>
              <a:spcBef>
                <a:spcPts val="70"/>
              </a:spcBef>
            </a:pPr>
            <a:r>
              <a:rPr dirty="0" sz="1550" spc="-160">
                <a:solidFill>
                  <a:srgbClr val="62C17E"/>
                </a:solidFill>
                <a:latin typeface="Arial"/>
                <a:cs typeface="Arial"/>
              </a:rPr>
              <a:t>CMP-</a:t>
            </a:r>
            <a:r>
              <a:rPr dirty="0" sz="1550" spc="-140">
                <a:solidFill>
                  <a:srgbClr val="62C17E"/>
                </a:solidFill>
                <a:latin typeface="Arial"/>
                <a:cs typeface="Arial"/>
              </a:rPr>
              <a:t>based</a:t>
            </a:r>
            <a:r>
              <a:rPr dirty="0" sz="1550" spc="65">
                <a:solidFill>
                  <a:srgbClr val="62C17E"/>
                </a:solidFill>
                <a:latin typeface="Arial"/>
                <a:cs typeface="Arial"/>
              </a:rPr>
              <a:t> </a:t>
            </a:r>
            <a:r>
              <a:rPr dirty="0" sz="1550" spc="-80">
                <a:solidFill>
                  <a:srgbClr val="C3FFBF"/>
                </a:solidFill>
                <a:latin typeface="Arial"/>
                <a:cs typeface="Arial"/>
              </a:rPr>
              <a:t>Compliance </a:t>
            </a:r>
            <a:r>
              <a:rPr dirty="0" sz="1550" spc="-10">
                <a:solidFill>
                  <a:srgbClr val="002B00"/>
                </a:solidFill>
                <a:latin typeface="Arial"/>
                <a:cs typeface="Arial"/>
              </a:rPr>
              <a:t>Checking</a:t>
            </a:r>
            <a:endParaRPr sz="1550">
              <a:latin typeface="Arial"/>
              <a:cs typeface="Arial"/>
            </a:endParaRPr>
          </a:p>
          <a:p>
            <a:pPr marL="15240" marR="5080" indent="-2540">
              <a:lnSpc>
                <a:spcPct val="105000"/>
              </a:lnSpc>
              <a:spcBef>
                <a:spcPts val="445"/>
              </a:spcBef>
            </a:pPr>
            <a:r>
              <a:rPr dirty="0" sz="1400" spc="-65">
                <a:solidFill>
                  <a:srgbClr val="FFFFFF"/>
                </a:solidFill>
                <a:latin typeface="Arial"/>
                <a:cs typeface="Arial"/>
              </a:rPr>
              <a:t>Constraint</a:t>
            </a:r>
            <a:r>
              <a:rPr dirty="0" sz="1400" spc="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0">
                <a:solidFill>
                  <a:srgbClr val="EBEBEB"/>
                </a:solidFill>
                <a:latin typeface="Arial"/>
                <a:cs typeface="Arial"/>
              </a:rPr>
              <a:t>s</a:t>
            </a:r>
            <a:r>
              <a:rPr dirty="0" sz="1400" spc="-50">
                <a:solidFill>
                  <a:srgbClr val="FFFFFF"/>
                </a:solidFill>
                <a:latin typeface="Arial"/>
                <a:cs typeface="Arial"/>
              </a:rPr>
              <a:t>atisfaclion</a:t>
            </a:r>
            <a:r>
              <a:rPr dirty="0" sz="1400" spc="-4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EDEDED"/>
                </a:solidFill>
                <a:latin typeface="Arial"/>
                <a:cs typeface="Arial"/>
              </a:rPr>
              <a:t>to</a:t>
            </a:r>
            <a:r>
              <a:rPr dirty="0" sz="1400" spc="-45">
                <a:solidFill>
                  <a:srgbClr val="EDEDED"/>
                </a:solidFill>
                <a:latin typeface="Arial"/>
                <a:cs typeface="Arial"/>
              </a:rPr>
              <a:t> </a:t>
            </a:r>
            <a:r>
              <a:rPr dirty="0" sz="1400" spc="-40">
                <a:solidFill>
                  <a:srgbClr val="FFFFFF"/>
                </a:solidFill>
                <a:latin typeface="Arial"/>
                <a:cs typeface="Arial"/>
              </a:rPr>
              <a:t>vefify </a:t>
            </a:r>
            <a:r>
              <a:rPr dirty="0" sz="1400" spc="-65">
                <a:solidFill>
                  <a:srgbClr val="FFFFFF"/>
                </a:solidFill>
                <a:latin typeface="Arial"/>
                <a:cs typeface="Arial"/>
              </a:rPr>
              <a:t>compliance</a:t>
            </a:r>
            <a:r>
              <a:rPr dirty="0" sz="1400" spc="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Arial"/>
                <a:cs typeface="Arial"/>
              </a:rPr>
              <a:t>wilh</a:t>
            </a:r>
            <a:r>
              <a:rPr dirty="0" sz="1400" spc="-1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publisher guidelines.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060843" y="7490286"/>
            <a:ext cx="172847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(Optimal</a:t>
            </a:r>
            <a:r>
              <a:rPr dirty="0" sz="1400" spc="-2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30">
                <a:solidFill>
                  <a:srgbClr val="FFFFFF"/>
                </a:solidFill>
                <a:latin typeface="Arial"/>
                <a:cs typeface="Arial"/>
              </a:rPr>
              <a:t>Suggestions)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0" y="7816370"/>
            <a:ext cx="18278475" cy="66040"/>
            <a:chOff x="0" y="7816370"/>
            <a:chExt cx="18278475" cy="66040"/>
          </a:xfrm>
        </p:grpSpPr>
        <p:pic>
          <p:nvPicPr>
            <p:cNvPr id="77" name="object 7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0" y="7816370"/>
              <a:ext cx="18278475" cy="65591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0" y="7816370"/>
              <a:ext cx="18278475" cy="65591"/>
            </a:xfrm>
            <a:prstGeom prst="rect">
              <a:avLst/>
            </a:prstGeom>
          </p:spPr>
        </p:pic>
      </p:grpSp>
      <p:grpSp>
        <p:nvGrpSpPr>
          <p:cNvPr id="79" name="object 79"/>
          <p:cNvGrpSpPr/>
          <p:nvPr/>
        </p:nvGrpSpPr>
        <p:grpSpPr>
          <a:xfrm>
            <a:off x="0" y="7991282"/>
            <a:ext cx="18267680" cy="1935480"/>
            <a:chOff x="0" y="7991282"/>
            <a:chExt cx="18267680" cy="1935480"/>
          </a:xfrm>
        </p:grpSpPr>
        <p:pic>
          <p:nvPicPr>
            <p:cNvPr id="80" name="object 8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2298613" y="8975160"/>
              <a:ext cx="426351" cy="535667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843495" y="8997024"/>
              <a:ext cx="513808" cy="502871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732450" y="9007957"/>
              <a:ext cx="382623" cy="481007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4864785" y="9018889"/>
              <a:ext cx="371691" cy="459143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4976983" y="8264581"/>
              <a:ext cx="437284" cy="502871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4331988" y="8013145"/>
              <a:ext cx="481012" cy="491939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5444186" y="9062616"/>
              <a:ext cx="743382" cy="131183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6668582" y="9062616"/>
              <a:ext cx="10932" cy="163979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9303218" y="9193800"/>
              <a:ext cx="185845" cy="131183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9521860" y="8833045"/>
              <a:ext cx="98388" cy="317027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10035669" y="9182868"/>
              <a:ext cx="76524" cy="306095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9685841" y="9007957"/>
              <a:ext cx="437284" cy="284231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0079397" y="8822112"/>
              <a:ext cx="2415994" cy="120251"/>
            </a:xfrm>
            <a:prstGeom prst="rect">
              <a:avLst/>
            </a:prstGeom>
          </p:spPr>
        </p:pic>
        <p:pic>
          <p:nvPicPr>
            <p:cNvPr id="93" name="object 93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4911387" y="8526949"/>
              <a:ext cx="317030" cy="207707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317030" y="9040752"/>
              <a:ext cx="4350976" cy="535667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59" cstate="print"/>
            <a:stretch>
              <a:fillRect/>
            </a:stretch>
          </p:blipFill>
          <p:spPr>
            <a:xfrm>
              <a:off x="502876" y="8822112"/>
              <a:ext cx="4482161" cy="153047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60" cstate="print"/>
            <a:stretch>
              <a:fillRect/>
            </a:stretch>
          </p:blipFill>
          <p:spPr>
            <a:xfrm>
              <a:off x="6679513" y="8822112"/>
              <a:ext cx="1049481" cy="98387"/>
            </a:xfrm>
            <a:prstGeom prst="rect">
              <a:avLst/>
            </a:prstGeom>
          </p:spPr>
        </p:pic>
        <p:pic>
          <p:nvPicPr>
            <p:cNvPr id="97" name="object 97"/>
            <p:cNvPicPr/>
            <p:nvPr/>
          </p:nvPicPr>
          <p:blipFill>
            <a:blip r:embed="rId61" cstate="print"/>
            <a:stretch>
              <a:fillRect/>
            </a:stretch>
          </p:blipFill>
          <p:spPr>
            <a:xfrm>
              <a:off x="9685841" y="9292188"/>
              <a:ext cx="306098" cy="196775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0" y="7991282"/>
              <a:ext cx="18267680" cy="1935480"/>
            </a:xfrm>
            <a:custGeom>
              <a:avLst/>
              <a:gdLst/>
              <a:ahLst/>
              <a:cxnLst/>
              <a:rect l="l" t="t" r="r" b="b"/>
              <a:pathLst>
                <a:path w="18267680" h="1935479">
                  <a:moveTo>
                    <a:pt x="18267539" y="1934961"/>
                  </a:moveTo>
                  <a:lnTo>
                    <a:pt x="0" y="1934961"/>
                  </a:lnTo>
                  <a:lnTo>
                    <a:pt x="0" y="0"/>
                  </a:lnTo>
                  <a:lnTo>
                    <a:pt x="18267539" y="0"/>
                  </a:lnTo>
                  <a:lnTo>
                    <a:pt x="18267539" y="1934961"/>
                  </a:lnTo>
                  <a:close/>
                </a:path>
              </a:pathLst>
            </a:custGeom>
            <a:solidFill>
              <a:srgbClr val="011808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99"/>
          <p:cNvSpPr txBox="1"/>
          <p:nvPr/>
        </p:nvSpPr>
        <p:spPr>
          <a:xfrm>
            <a:off x="1031700" y="8350269"/>
            <a:ext cx="1113155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spc="-35">
                <a:solidFill>
                  <a:srgbClr val="0E481C"/>
                </a:solidFill>
                <a:latin typeface="Cambria"/>
                <a:cs typeface="Cambria"/>
              </a:rPr>
              <a:t>Data</a:t>
            </a:r>
            <a:r>
              <a:rPr dirty="0" sz="2150" spc="-45">
                <a:solidFill>
                  <a:srgbClr val="0E481C"/>
                </a:solidFill>
                <a:latin typeface="Cambria"/>
                <a:cs typeface="Cambria"/>
              </a:rPr>
              <a:t> </a:t>
            </a:r>
            <a:r>
              <a:rPr dirty="0" sz="2150" spc="-125">
                <a:solidFill>
                  <a:srgbClr val="75E48C"/>
                </a:solidFill>
                <a:latin typeface="Cambria"/>
                <a:cs typeface="Cambria"/>
              </a:rPr>
              <a:t>Flow</a:t>
            </a:r>
            <a:endParaRPr sz="2150">
              <a:latin typeface="Cambria"/>
              <a:cs typeface="Cambria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5619043" y="7977975"/>
            <a:ext cx="2159000" cy="124333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7150" indent="2540">
              <a:lnSpc>
                <a:spcPct val="101800"/>
              </a:lnSpc>
              <a:spcBef>
                <a:spcPts val="70"/>
              </a:spcBef>
            </a:pPr>
            <a:r>
              <a:rPr dirty="0" sz="1550">
                <a:solidFill>
                  <a:srgbClr val="60B574"/>
                </a:solidFill>
                <a:latin typeface="Cambria"/>
                <a:cs typeface="Cambria"/>
              </a:rPr>
              <a:t>UCS</a:t>
            </a:r>
            <a:r>
              <a:rPr dirty="0" sz="1550" spc="15">
                <a:solidFill>
                  <a:srgbClr val="60B574"/>
                </a:solidFill>
                <a:latin typeface="Cambria"/>
                <a:cs typeface="Cambria"/>
              </a:rPr>
              <a:t> </a:t>
            </a:r>
            <a:r>
              <a:rPr dirty="0" sz="1550" spc="-204">
                <a:solidFill>
                  <a:srgbClr val="0A3D21"/>
                </a:solidFill>
                <a:latin typeface="Cambria"/>
                <a:cs typeface="Cambria"/>
              </a:rPr>
              <a:t>/</a:t>
            </a:r>
            <a:r>
              <a:rPr dirty="0" sz="1550" spc="-10">
                <a:solidFill>
                  <a:srgbClr val="0A3D21"/>
                </a:solidFill>
                <a:latin typeface="Cambria"/>
                <a:cs typeface="Cambria"/>
              </a:rPr>
              <a:t> </a:t>
            </a:r>
            <a:r>
              <a:rPr dirty="0" sz="1550">
                <a:solidFill>
                  <a:srgbClr val="6DD66B"/>
                </a:solidFill>
                <a:latin typeface="Cambria"/>
                <a:cs typeface="Cambria"/>
              </a:rPr>
              <a:t>A</a:t>
            </a:r>
            <a:r>
              <a:rPr dirty="0" sz="1550" spc="100">
                <a:solidFill>
                  <a:srgbClr val="6DD66B"/>
                </a:solidFill>
                <a:latin typeface="Cambria"/>
                <a:cs typeface="Cambria"/>
              </a:rPr>
              <a:t>  </a:t>
            </a:r>
            <a:r>
              <a:rPr dirty="0" sz="1550">
                <a:solidFill>
                  <a:srgbClr val="215633"/>
                </a:solidFill>
                <a:latin typeface="Cambria"/>
                <a:cs typeface="Cambria"/>
              </a:rPr>
              <a:t>for</a:t>
            </a:r>
            <a:r>
              <a:rPr dirty="0" sz="1550" spc="5">
                <a:solidFill>
                  <a:srgbClr val="215633"/>
                </a:solidFill>
                <a:latin typeface="Cambria"/>
                <a:cs typeface="Cambria"/>
              </a:rPr>
              <a:t> </a:t>
            </a:r>
            <a:r>
              <a:rPr dirty="0" sz="1550" spc="-75">
                <a:solidFill>
                  <a:srgbClr val="266B36"/>
                </a:solidFill>
                <a:latin typeface="Cambria"/>
                <a:cs typeface="Cambria"/>
              </a:rPr>
              <a:t>Improvement </a:t>
            </a:r>
            <a:r>
              <a:rPr dirty="0" sz="1550" spc="-10">
                <a:solidFill>
                  <a:srgbClr val="1C6D3D"/>
                </a:solidFill>
                <a:latin typeface="Cambria"/>
                <a:cs typeface="Cambria"/>
              </a:rPr>
              <a:t>Planning</a:t>
            </a:r>
            <a:endParaRPr sz="1550">
              <a:latin typeface="Cambria"/>
              <a:cs typeface="Cambria"/>
            </a:endParaRPr>
          </a:p>
          <a:p>
            <a:pPr marL="12700" marR="5080" indent="3810">
              <a:lnSpc>
                <a:spcPct val="107600"/>
              </a:lnSpc>
              <a:spcBef>
                <a:spcPts val="400"/>
              </a:spcBef>
            </a:pPr>
            <a:r>
              <a:rPr dirty="0" sz="1400" spc="-110">
                <a:solidFill>
                  <a:srgbClr val="FFFFFF"/>
                </a:solidFill>
                <a:latin typeface="Arial"/>
                <a:cs typeface="Arial"/>
              </a:rPr>
              <a:t>Search</a:t>
            </a:r>
            <a:r>
              <a:rPr dirty="0" sz="1400" spc="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r>
              <a:rPr dirty="0" sz="1400" spc="8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dirty="0" sz="1400" spc="-1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80">
                <a:solidFill>
                  <a:srgbClr val="FFFFFF"/>
                </a:solidFill>
                <a:latin typeface="Arial"/>
                <a:cs typeface="Arial"/>
              </a:rPr>
              <a:t>generate </a:t>
            </a:r>
            <a:r>
              <a:rPr dirty="0" sz="1400" spc="-7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dirty="0" sz="1400" spc="3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5">
                <a:solidFill>
                  <a:srgbClr val="F2F2F2"/>
                </a:solidFill>
                <a:latin typeface="Arial"/>
                <a:cs typeface="Arial"/>
              </a:rPr>
              <a:t>and</a:t>
            </a:r>
            <a:r>
              <a:rPr dirty="0" sz="1400" spc="-20">
                <a:solidFill>
                  <a:srgbClr val="F2F2F2"/>
                </a:solidFill>
                <a:latin typeface="Arial"/>
                <a:cs typeface="Arial"/>
              </a:rPr>
              <a:t> </a:t>
            </a:r>
            <a:r>
              <a:rPr dirty="0" sz="1400" spc="-90">
                <a:solidFill>
                  <a:srgbClr val="EDEDED"/>
                </a:solidFill>
                <a:latin typeface="Arial"/>
                <a:cs typeface="Arial"/>
              </a:rPr>
              <a:t>ac</a:t>
            </a:r>
            <a:r>
              <a:rPr dirty="0" sz="1400" spc="-210">
                <a:solidFill>
                  <a:srgbClr val="EDEDED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tionable </a:t>
            </a:r>
            <a:r>
              <a:rPr dirty="0" sz="1400" spc="100">
                <a:solidFill>
                  <a:srgbClr val="FFFFFF"/>
                </a:solidFill>
                <a:latin typeface="Arial"/>
                <a:cs typeface="Arial"/>
              </a:rPr>
              <a:t>implement</a:t>
            </a:r>
            <a:r>
              <a:rPr dirty="0" sz="1400" spc="114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Arial"/>
                <a:cs typeface="Arial"/>
              </a:rPr>
              <a:t>suggestions.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5421610" y="9228473"/>
            <a:ext cx="1073150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996950" algn="l"/>
              </a:tabLst>
            </a:pPr>
            <a:r>
              <a:rPr dirty="0" sz="1400" spc="-105">
                <a:solidFill>
                  <a:srgbClr val="FFFFFF"/>
                </a:solidFill>
                <a:latin typeface="Cambria"/>
                <a:cs typeface="Cambria"/>
              </a:rPr>
              <a:t>8now</a:t>
            </a:r>
            <a:r>
              <a:rPr dirty="0" sz="1400" spc="-10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Cambria"/>
                <a:cs typeface="Cambria"/>
              </a:rPr>
              <a:t>ledge</a:t>
            </a:r>
            <a:r>
              <a:rPr dirty="0" sz="14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400" spc="-50">
                <a:solidFill>
                  <a:srgbClr val="69FF95"/>
                </a:solidFill>
                <a:latin typeface="Cambria"/>
                <a:cs typeface="Cambria"/>
              </a:rPr>
              <a:t>“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540654" y="8972785"/>
            <a:ext cx="1575435" cy="50292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 marL="12700" marR="5080" indent="-635">
              <a:lnSpc>
                <a:spcPct val="101800"/>
              </a:lnSpc>
              <a:spcBef>
                <a:spcPts val="70"/>
              </a:spcBef>
            </a:pPr>
            <a:r>
              <a:rPr dirty="0" sz="1550" spc="-140">
                <a:solidFill>
                  <a:srgbClr val="FFFFFF"/>
                </a:solidFill>
                <a:latin typeface="Cambria"/>
                <a:cs typeface="Cambria"/>
              </a:rPr>
              <a:t>Reasoning</a:t>
            </a:r>
            <a:r>
              <a:rPr dirty="0" sz="1550" spc="9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25">
                <a:solidFill>
                  <a:srgbClr val="FFFFFF"/>
                </a:solidFill>
                <a:latin typeface="Cambria"/>
                <a:cs typeface="Cambria"/>
              </a:rPr>
              <a:t>8 </a:t>
            </a:r>
            <a:r>
              <a:rPr dirty="0" sz="1550" spc="-130">
                <a:solidFill>
                  <a:srgbClr val="FFFFFF"/>
                </a:solidFill>
                <a:latin typeface="Cambria"/>
                <a:cs typeface="Cambria"/>
              </a:rPr>
              <a:t>Compliance</a:t>
            </a:r>
            <a:r>
              <a:rPr dirty="0" sz="1550" spc="114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550" spc="-120">
                <a:solidFill>
                  <a:srgbClr val="FFFFFF"/>
                </a:solidFill>
                <a:latin typeface="Cambria"/>
                <a:cs typeface="Cambria"/>
              </a:rPr>
              <a:t>Cheeding</a:t>
            </a:r>
            <a:endParaRPr sz="1550">
              <a:latin typeface="Cambria"/>
              <a:cs typeface="Cambria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10307372" y="8966104"/>
            <a:ext cx="1412240" cy="50673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2700"/>
              </a:lnSpc>
              <a:spcBef>
                <a:spcPts val="90"/>
              </a:spcBef>
            </a:pPr>
            <a:r>
              <a:rPr dirty="0" sz="1400" spc="-10">
                <a:solidFill>
                  <a:srgbClr val="FFFFFF"/>
                </a:solidFill>
                <a:latin typeface="Cambria"/>
                <a:cs typeface="Cambria"/>
              </a:rPr>
              <a:t>Improvement </a:t>
            </a:r>
            <a:r>
              <a:rPr dirty="0" sz="1400" spc="-85">
                <a:solidFill>
                  <a:srgbClr val="FFFFFF"/>
                </a:solidFill>
                <a:latin typeface="Cambria"/>
                <a:cs typeface="Cambria"/>
              </a:rPr>
              <a:t>Planning</a:t>
            </a:r>
            <a:r>
              <a:rPr dirty="0" sz="1400" spc="8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>
                <a:solidFill>
                  <a:srgbClr val="FFFFFF"/>
                </a:solidFill>
                <a:latin typeface="Cambria"/>
                <a:cs typeface="Cambria"/>
              </a:rPr>
              <a:t>(UCS</a:t>
            </a:r>
            <a:r>
              <a:rPr dirty="0" sz="1400" spc="-55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dirty="0" sz="1400" spc="-220">
                <a:solidFill>
                  <a:srgbClr val="F4F4F4"/>
                </a:solidFill>
                <a:latin typeface="Cambria"/>
                <a:cs typeface="Cambria"/>
              </a:rPr>
              <a:t>/</a:t>
            </a:r>
            <a:r>
              <a:rPr dirty="0" sz="1400" spc="25">
                <a:solidFill>
                  <a:srgbClr val="F4F4F4"/>
                </a:solidFill>
                <a:latin typeface="Cambria"/>
                <a:cs typeface="Cambria"/>
              </a:rPr>
              <a:t> </a:t>
            </a:r>
            <a:r>
              <a:rPr dirty="0" sz="1400" spc="-35">
                <a:solidFill>
                  <a:srgbClr val="FFFFFF"/>
                </a:solidFill>
                <a:latin typeface="Cambria"/>
                <a:cs typeface="Cambria"/>
              </a:rPr>
              <a:t>A”)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2507659" y="8966104"/>
            <a:ext cx="1199515" cy="50673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403225">
              <a:lnSpc>
                <a:spcPct val="100000"/>
              </a:lnSpc>
              <a:spcBef>
                <a:spcPts val="305"/>
              </a:spcBef>
            </a:pPr>
            <a:r>
              <a:rPr dirty="0" sz="1400" spc="-80">
                <a:solidFill>
                  <a:srgbClr val="FFFFFF"/>
                </a:solidFill>
                <a:latin typeface="Cambria"/>
                <a:cs typeface="Cambria"/>
              </a:rPr>
              <a:t>Explainable</a:t>
            </a:r>
            <a:endParaRPr sz="1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  <a:tabLst>
                <a:tab pos="403225" algn="l"/>
              </a:tabLst>
            </a:pPr>
            <a:r>
              <a:rPr dirty="0" sz="1400" spc="-25">
                <a:solidFill>
                  <a:srgbClr val="FFFFFF"/>
                </a:solidFill>
                <a:latin typeface="Cambria"/>
                <a:cs typeface="Cambria"/>
              </a:rPr>
              <a:t>§/</a:t>
            </a:r>
            <a:r>
              <a:rPr dirty="0" sz="1400">
                <a:solidFill>
                  <a:srgbClr val="FFFFFF"/>
                </a:solidFill>
                <a:latin typeface="Cambria"/>
                <a:cs typeface="Cambria"/>
              </a:rPr>
              <a:t>	</a:t>
            </a:r>
            <a:r>
              <a:rPr dirty="0" sz="1400" spc="-10">
                <a:solidFill>
                  <a:srgbClr val="FFFFFF"/>
                </a:solidFill>
                <a:latin typeface="Cambria"/>
                <a:cs typeface="Cambria"/>
              </a:rPr>
              <a:t>Peoon</a:t>
            </a:r>
            <a:endParaRPr sz="1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5447" y="526002"/>
            <a:ext cx="520065" cy="4813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320">
                <a:solidFill>
                  <a:srgbClr val="3FF99C"/>
                </a:solidFill>
                <a:latin typeface="Arial"/>
                <a:cs typeface="Arial"/>
              </a:rPr>
              <a:t>@s</a:t>
            </a:r>
            <a:endParaRPr sz="295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4470" rIns="0" bIns="0" rtlCol="0" vert="horz">
            <a:spAutoFit/>
          </a:bodyPr>
          <a:lstStyle/>
          <a:p>
            <a:pPr marL="12700" marR="5080" indent="1748155">
              <a:lnSpc>
                <a:spcPct val="58399"/>
              </a:lnSpc>
              <a:spcBef>
                <a:spcPts val="1610"/>
              </a:spcBef>
              <a:tabLst>
                <a:tab pos="2306955" algn="l"/>
              </a:tabLst>
            </a:pPr>
            <a:r>
              <a:rPr dirty="0" spc="170"/>
              <a:t>t</a:t>
            </a:r>
            <a:r>
              <a:rPr dirty="0" spc="470"/>
              <a:t> </a:t>
            </a:r>
            <a:r>
              <a:rPr dirty="0" spc="360"/>
              <a:t>e</a:t>
            </a:r>
            <a:r>
              <a:rPr dirty="0" spc="225"/>
              <a:t> </a:t>
            </a:r>
            <a:r>
              <a:rPr dirty="0" spc="40"/>
              <a:t>l </a:t>
            </a:r>
            <a:r>
              <a:rPr dirty="0" spc="195"/>
              <a:t>f!r,••,t::!»</a:t>
            </a:r>
            <a:r>
              <a:rPr dirty="0" spc="190"/>
              <a:t> </a:t>
            </a:r>
            <a:r>
              <a:rPr dirty="0" baseline="2923" sz="2850" spc="254"/>
              <a:t>a</a:t>
            </a:r>
            <a:r>
              <a:rPr dirty="0" baseline="2923" sz="2850"/>
              <a:t>	</a:t>
            </a:r>
            <a:r>
              <a:rPr dirty="0" baseline="3584" sz="2325" spc="195"/>
              <a:t>e</a:t>
            </a:r>
            <a:endParaRPr baseline="3584" sz="2325"/>
          </a:p>
        </p:txBody>
      </p:sp>
      <p:sp>
        <p:nvSpPr>
          <p:cNvPr id="6" name="object 6"/>
          <p:cNvSpPr txBox="1"/>
          <p:nvPr/>
        </p:nvSpPr>
        <p:spPr>
          <a:xfrm>
            <a:off x="16842930" y="306756"/>
            <a:ext cx="905510" cy="3898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400">
                <a:solidFill>
                  <a:srgbClr val="97FBB6"/>
                </a:solidFill>
                <a:latin typeface="Arial"/>
                <a:cs typeface="Arial"/>
              </a:rPr>
              <a:t>07</a:t>
            </a:r>
            <a:r>
              <a:rPr dirty="0" sz="2400" spc="-90">
                <a:solidFill>
                  <a:srgbClr val="97FBB6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69748A"/>
                </a:solidFill>
                <a:latin typeface="Arial"/>
                <a:cs typeface="Arial"/>
              </a:rPr>
              <a:t>/</a:t>
            </a:r>
            <a:r>
              <a:rPr dirty="0" sz="2400" spc="-50">
                <a:solidFill>
                  <a:srgbClr val="69748A"/>
                </a:solidFill>
                <a:latin typeface="Arial"/>
                <a:cs typeface="Arial"/>
              </a:rPr>
              <a:t> </a:t>
            </a:r>
            <a:r>
              <a:rPr dirty="0" sz="2400" spc="-120">
                <a:solidFill>
                  <a:srgbClr val="69758E"/>
                </a:solidFill>
                <a:latin typeface="Arial"/>
                <a:cs typeface="Arial"/>
              </a:rPr>
              <a:t>07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08973" y="526002"/>
            <a:ext cx="2869565" cy="49466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2515"/>
              </a:lnSpc>
              <a:spcBef>
                <a:spcPts val="135"/>
              </a:spcBef>
            </a:pPr>
            <a:r>
              <a:rPr dirty="0" baseline="32015" sz="4425" spc="254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dirty="0" baseline="32015" sz="4425" spc="-6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7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dirty="0" sz="2950" spc="27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345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dirty="0" sz="2950" spc="165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590">
                <a:solidFill>
                  <a:srgbClr val="FFFFFF"/>
                </a:solidFill>
                <a:latin typeface="Arial"/>
                <a:cs typeface="Arial"/>
              </a:rPr>
              <a:t>improvement.ssistant</a:t>
            </a:r>
            <a:endParaRPr sz="2950">
              <a:latin typeface="Arial"/>
              <a:cs typeface="Arial"/>
            </a:endParaRPr>
          </a:p>
          <a:p>
            <a:pPr marL="368300">
              <a:lnSpc>
                <a:spcPts val="1135"/>
              </a:lnSpc>
              <a:tabLst>
                <a:tab pos="619125" algn="l"/>
              </a:tabLst>
            </a:pPr>
            <a:r>
              <a:rPr dirty="0" sz="1550" spc="-5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55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1800" spc="-50">
                <a:solidFill>
                  <a:srgbClr val="FFFFFF"/>
                </a:solidFill>
                <a:latin typeface="Arial"/>
                <a:cs typeface="Arial"/>
              </a:rPr>
              <a:t>d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35136" y="526002"/>
            <a:ext cx="130810" cy="48133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170">
                <a:solidFill>
                  <a:srgbClr val="3DB63D"/>
                </a:solidFill>
                <a:latin typeface="Arial"/>
                <a:cs typeface="Arial"/>
              </a:rPr>
              <a:t>"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8" y="0"/>
            <a:ext cx="18278474" cy="10286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Aditya</dc:creator>
  <cp:keywords>DAHXEDaocok,BAFyAHpuJdo</cp:keywords>
  <dc:title>PaperIntel AI</dc:title>
  <dcterms:created xsi:type="dcterms:W3CDTF">2026-10-12T14:36:00Z</dcterms:created>
  <dcterms:modified xsi:type="dcterms:W3CDTF">2026-10-12T14:36:00Z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2026-10-05T00:00:00Z</vt:filetime>
  </property>
  <property fmtid="{D5CDD505-2E9C-101B-9397-08002B2CF9AE}" pid="4" name="Creator">
    <vt:lpwstr>Canva</vt:lpwstr>
  </property>
  <property fmtid="{D5CDD505-2E9C-101B-9397-08002B2CF9AE}" pid="5" name="LastSaved">
    <vt:filetime>2026-10-12T00:00:00Z</vt:filetime>
  </property>
  <property fmtid="{D5CDD505-2E9C-101B-9397-08002B2CF9AE}" pid="6" name="Producer">
    <vt:lpwstr>Canva</vt:lpwstr>
  </property>
</Properties>
</file>